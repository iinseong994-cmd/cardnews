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3d1eec74fd4f69" /><Relationship Type="http://schemas.openxmlformats.org/officeDocument/2006/relationships/extended-properties" Target="/docProps/app.xml" Id="R655ab6f1f3194f9a" /><Relationship Type="http://schemas.openxmlformats.org/officeDocument/2006/relationships/officeDocument" Target="/ppt/presentation.xml" Id="R495d98b3dfdd4a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a55ba98dc4755"/>
  </p:sldMasterIdLst>
  <p:notesMasterIdLst>
    <p:notesMasterId xmlns:r="http://schemas.openxmlformats.org/officeDocument/2006/relationships" r:id="Rb074db11e7434386"/>
  </p:notesMasterIdLst>
  <p:sldIdLst>
    <p:sldId xmlns:r="http://schemas.openxmlformats.org/officeDocument/2006/relationships" id="256" r:id="R30f297461d5d4fb3"/>
    <p:sldId xmlns:r="http://schemas.openxmlformats.org/officeDocument/2006/relationships" id="257" r:id="R02804fc7183b4b82"/>
    <p:sldId xmlns:r="http://schemas.openxmlformats.org/officeDocument/2006/relationships" id="258" r:id="R3bdfa25915454912"/>
    <p:sldId xmlns:r="http://schemas.openxmlformats.org/officeDocument/2006/relationships" id="259" r:id="R82d78d8d5b934499"/>
    <p:sldId xmlns:r="http://schemas.openxmlformats.org/officeDocument/2006/relationships" id="260" r:id="R82d23a46d7394e39"/>
    <p:sldId xmlns:r="http://schemas.openxmlformats.org/officeDocument/2006/relationships" id="261" r:id="R00894837cd5d4086"/>
    <p:sldId xmlns:r="http://schemas.openxmlformats.org/officeDocument/2006/relationships" id="262" r:id="R5ce13afcfb4f44ec"/>
    <p:sldId xmlns:r="http://schemas.openxmlformats.org/officeDocument/2006/relationships" id="263" r:id="Rc9fbb55e39844419"/>
    <p:sldId xmlns:r="http://schemas.openxmlformats.org/officeDocument/2006/relationships" id="264" r:id="R36de6623dec54c7f"/>
    <p:sldId xmlns:r="http://schemas.openxmlformats.org/officeDocument/2006/relationships" id="265" r:id="R3fc5d52d5a794ffe"/>
    <p:sldId xmlns:r="http://schemas.openxmlformats.org/officeDocument/2006/relationships" id="266" r:id="Re6f865b7ebec4c82"/>
    <p:sldId xmlns:r="http://schemas.openxmlformats.org/officeDocument/2006/relationships" id="267" r:id="R11029ef5c4d8484f"/>
    <p:sldId xmlns:r="http://schemas.openxmlformats.org/officeDocument/2006/relationships" id="268" r:id="Rb172ec53d3ac49ff"/>
    <p:sldId xmlns:r="http://schemas.openxmlformats.org/officeDocument/2006/relationships" id="269" r:id="R51f017fb10b24c17"/>
    <p:sldId xmlns:r="http://schemas.openxmlformats.org/officeDocument/2006/relationships" id="270" r:id="R614bac3630f94a9d"/>
    <p:sldId xmlns:r="http://schemas.openxmlformats.org/officeDocument/2006/relationships" id="271" r:id="R84272b73d4874048"/>
    <p:sldId xmlns:r="http://schemas.openxmlformats.org/officeDocument/2006/relationships" id="272" r:id="R7a7427f6897a4dd4"/>
    <p:sldId xmlns:r="http://schemas.openxmlformats.org/officeDocument/2006/relationships" id="273" r:id="Rf4406272d1444b67"/>
    <p:sldId xmlns:r="http://schemas.openxmlformats.org/officeDocument/2006/relationships" id="274" r:id="Rf9c97e2cbc6d428d"/>
    <p:sldId xmlns:r="http://schemas.openxmlformats.org/officeDocument/2006/relationships" id="275" r:id="R96335eacf6bd4591"/>
    <p:sldId xmlns:r="http://schemas.openxmlformats.org/officeDocument/2006/relationships" id="276" r:id="R650f2e6711d9459a"/>
    <p:sldId xmlns:r="http://schemas.openxmlformats.org/officeDocument/2006/relationships" id="277" r:id="R23b30bad773e4a08"/>
    <p:sldId xmlns:r="http://schemas.openxmlformats.org/officeDocument/2006/relationships" id="278" r:id="Ra32dc455c7bb4d41"/>
    <p:sldId xmlns:r="http://schemas.openxmlformats.org/officeDocument/2006/relationships" id="279" r:id="Rf8fd50d2e27342c7"/>
    <p:sldId xmlns:r="http://schemas.openxmlformats.org/officeDocument/2006/relationships" id="280" r:id="R0fb6ce4cee1e4da8"/>
    <p:sldId xmlns:r="http://schemas.openxmlformats.org/officeDocument/2006/relationships" id="281" r:id="Rbc41cb23808242f2"/>
    <p:sldId xmlns:r="http://schemas.openxmlformats.org/officeDocument/2006/relationships" id="282" r:id="R5d6cf0b3f4b34934"/>
    <p:sldId xmlns:r="http://schemas.openxmlformats.org/officeDocument/2006/relationships" id="283" r:id="R85495467c8bc4d10"/>
    <p:sldId xmlns:r="http://schemas.openxmlformats.org/officeDocument/2006/relationships" id="284" r:id="Rb3c9745d397646cc"/>
    <p:sldId xmlns:r="http://schemas.openxmlformats.org/officeDocument/2006/relationships" id="285" r:id="R81711862af274433"/>
    <p:sldId xmlns:r="http://schemas.openxmlformats.org/officeDocument/2006/relationships" id="286" r:id="R683ef67e2ed54ff3"/>
    <p:sldId xmlns:r="http://schemas.openxmlformats.org/officeDocument/2006/relationships" id="287" r:id="R26eba888ab8e4504"/>
    <p:sldId xmlns:r="http://schemas.openxmlformats.org/officeDocument/2006/relationships" id="288" r:id="R43e65b48f2a14418"/>
    <p:sldId xmlns:r="http://schemas.openxmlformats.org/officeDocument/2006/relationships" id="289" r:id="Re11b7b4eb9574bd3"/>
    <p:sldId xmlns:r="http://schemas.openxmlformats.org/officeDocument/2006/relationships" id="290" r:id="Reed951a0162044d1"/>
    <p:sldId xmlns:r="http://schemas.openxmlformats.org/officeDocument/2006/relationships" id="291" r:id="R5664f9e5371f472e"/>
    <p:sldId xmlns:r="http://schemas.openxmlformats.org/officeDocument/2006/relationships" id="292" r:id="R967e9a7fa2da40ea"/>
    <p:sldId xmlns:r="http://schemas.openxmlformats.org/officeDocument/2006/relationships" id="293" r:id="R282e6b05ebdd41b3"/>
    <p:sldId xmlns:r="http://schemas.openxmlformats.org/officeDocument/2006/relationships" id="294" r:id="R401a5695fd4e4fcb"/>
    <p:sldId xmlns:r="http://schemas.openxmlformats.org/officeDocument/2006/relationships" id="295" r:id="R9a3ef630ae0a4834"/>
    <p:sldId xmlns:r="http://schemas.openxmlformats.org/officeDocument/2006/relationships" id="296" r:id="Ra5351e75d92f4c6d"/>
    <p:sldId xmlns:r="http://schemas.openxmlformats.org/officeDocument/2006/relationships" id="297" r:id="R483ce0a725154f18"/>
    <p:sldId xmlns:r="http://schemas.openxmlformats.org/officeDocument/2006/relationships" id="298" r:id="R83dad94aca7e4020"/>
    <p:sldId xmlns:r="http://schemas.openxmlformats.org/officeDocument/2006/relationships" id="299" r:id="R845797f2a0a5428d"/>
    <p:sldId xmlns:r="http://schemas.openxmlformats.org/officeDocument/2006/relationships" id="300" r:id="R0eff13ed44c04222"/>
    <p:sldId xmlns:r="http://schemas.openxmlformats.org/officeDocument/2006/relationships" id="301" r:id="Rcb24c5d5dcbd49d0"/>
    <p:sldId xmlns:r="http://schemas.openxmlformats.org/officeDocument/2006/relationships" id="302" r:id="Rd3ff1e8737434b50"/>
    <p:sldId xmlns:r="http://schemas.openxmlformats.org/officeDocument/2006/relationships" id="303" r:id="Rbc82c695b6c04f9c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85d25cd1f3413d" /><Relationship Type="http://schemas.openxmlformats.org/officeDocument/2006/relationships/slideMaster" Target="/ppt/slideMasters/slideMaster1.xml" Id="R81ca55ba98dc4755" /><Relationship Type="http://schemas.openxmlformats.org/officeDocument/2006/relationships/notesMaster" Target="/ppt/notesMasters/notesMaster1.xml" Id="Rb074db11e7434386" /><Relationship Type="http://schemas.openxmlformats.org/officeDocument/2006/relationships/presProps" Target="/ppt/presProps.xml" Id="R354c8b1502b14b8b" /><Relationship Type="http://schemas.openxmlformats.org/officeDocument/2006/relationships/tableStyles" Target="/ppt/tableStyles.xml" Id="R41d05e6bc23a4430" /><Relationship Type="http://schemas.openxmlformats.org/officeDocument/2006/relationships/slide" Target="/ppt/slides/slide1.xml" Id="R30f297461d5d4fb3" /><Relationship Type="http://schemas.openxmlformats.org/officeDocument/2006/relationships/slide" Target="/ppt/slides/slide2.xml" Id="R02804fc7183b4b82" /><Relationship Type="http://schemas.openxmlformats.org/officeDocument/2006/relationships/slide" Target="/ppt/slides/slide3.xml" Id="R3bdfa25915454912" /><Relationship Type="http://schemas.openxmlformats.org/officeDocument/2006/relationships/slide" Target="/ppt/slides/slide4.xml" Id="R82d78d8d5b934499" /><Relationship Type="http://schemas.openxmlformats.org/officeDocument/2006/relationships/slide" Target="/ppt/slides/slide5.xml" Id="R82d23a46d7394e39" /><Relationship Type="http://schemas.openxmlformats.org/officeDocument/2006/relationships/slide" Target="/ppt/slides/slide6.xml" Id="R00894837cd5d4086" /><Relationship Type="http://schemas.openxmlformats.org/officeDocument/2006/relationships/slide" Target="/ppt/slides/slide7.xml" Id="R5ce13afcfb4f44ec" /><Relationship Type="http://schemas.openxmlformats.org/officeDocument/2006/relationships/slide" Target="/ppt/slides/slide8.xml" Id="Rc9fbb55e39844419" /><Relationship Type="http://schemas.openxmlformats.org/officeDocument/2006/relationships/slide" Target="/ppt/slides/slide9.xml" Id="R36de6623dec54c7f" /><Relationship Type="http://schemas.openxmlformats.org/officeDocument/2006/relationships/slide" Target="/ppt/slides/slide10.xml" Id="R3fc5d52d5a794ffe" /><Relationship Type="http://schemas.openxmlformats.org/officeDocument/2006/relationships/slide" Target="/ppt/slides/slide11.xml" Id="Re6f865b7ebec4c82" /><Relationship Type="http://schemas.openxmlformats.org/officeDocument/2006/relationships/slide" Target="/ppt/slides/slide12.xml" Id="R11029ef5c4d8484f" /><Relationship Type="http://schemas.openxmlformats.org/officeDocument/2006/relationships/slide" Target="/ppt/slides/slide13.xml" Id="Rb172ec53d3ac49ff" /><Relationship Type="http://schemas.openxmlformats.org/officeDocument/2006/relationships/slide" Target="/ppt/slides/slide14.xml" Id="R51f017fb10b24c17" /><Relationship Type="http://schemas.openxmlformats.org/officeDocument/2006/relationships/slide" Target="/ppt/slides/slide15.xml" Id="R614bac3630f94a9d" /><Relationship Type="http://schemas.openxmlformats.org/officeDocument/2006/relationships/slide" Target="/ppt/slides/slide16.xml" Id="R84272b73d4874048" /><Relationship Type="http://schemas.openxmlformats.org/officeDocument/2006/relationships/slide" Target="/ppt/slides/slide17.xml" Id="R7a7427f6897a4dd4" /><Relationship Type="http://schemas.openxmlformats.org/officeDocument/2006/relationships/slide" Target="/ppt/slides/slide18.xml" Id="Rf4406272d1444b67" /><Relationship Type="http://schemas.openxmlformats.org/officeDocument/2006/relationships/slide" Target="/ppt/slides/slide19.xml" Id="Rf9c97e2cbc6d428d" /><Relationship Type="http://schemas.openxmlformats.org/officeDocument/2006/relationships/slide" Target="/ppt/slides/slide20.xml" Id="R96335eacf6bd4591" /><Relationship Type="http://schemas.openxmlformats.org/officeDocument/2006/relationships/slide" Target="/ppt/slides/slide21.xml" Id="R650f2e6711d9459a" /><Relationship Type="http://schemas.openxmlformats.org/officeDocument/2006/relationships/slide" Target="/ppt/slides/slide22.xml" Id="R23b30bad773e4a08" /><Relationship Type="http://schemas.openxmlformats.org/officeDocument/2006/relationships/slide" Target="/ppt/slides/slide23.xml" Id="Ra32dc455c7bb4d41" /><Relationship Type="http://schemas.openxmlformats.org/officeDocument/2006/relationships/slide" Target="/ppt/slides/slide24.xml" Id="Rf8fd50d2e27342c7" /><Relationship Type="http://schemas.openxmlformats.org/officeDocument/2006/relationships/slide" Target="/ppt/slides/slide25.xml" Id="R0fb6ce4cee1e4da8" /><Relationship Type="http://schemas.openxmlformats.org/officeDocument/2006/relationships/slide" Target="/ppt/slides/slide26.xml" Id="Rbc41cb23808242f2" /><Relationship Type="http://schemas.openxmlformats.org/officeDocument/2006/relationships/slide" Target="/ppt/slides/slide27.xml" Id="R5d6cf0b3f4b34934" /><Relationship Type="http://schemas.openxmlformats.org/officeDocument/2006/relationships/slide" Target="/ppt/slides/slide28.xml" Id="R85495467c8bc4d10" /><Relationship Type="http://schemas.openxmlformats.org/officeDocument/2006/relationships/slide" Target="/ppt/slides/slide29.xml" Id="Rb3c9745d397646cc" /><Relationship Type="http://schemas.openxmlformats.org/officeDocument/2006/relationships/slide" Target="/ppt/slides/slide30.xml" Id="R81711862af274433" /><Relationship Type="http://schemas.openxmlformats.org/officeDocument/2006/relationships/slide" Target="/ppt/slides/slide31.xml" Id="R683ef67e2ed54ff3" /><Relationship Type="http://schemas.openxmlformats.org/officeDocument/2006/relationships/slide" Target="/ppt/slides/slide32.xml" Id="R26eba888ab8e4504" /><Relationship Type="http://schemas.openxmlformats.org/officeDocument/2006/relationships/slide" Target="/ppt/slides/slide33.xml" Id="R43e65b48f2a14418" /><Relationship Type="http://schemas.openxmlformats.org/officeDocument/2006/relationships/slide" Target="/ppt/slides/slide34.xml" Id="Re11b7b4eb9574bd3" /><Relationship Type="http://schemas.openxmlformats.org/officeDocument/2006/relationships/slide" Target="/ppt/slides/slide35.xml" Id="Reed951a0162044d1" /><Relationship Type="http://schemas.openxmlformats.org/officeDocument/2006/relationships/slide" Target="/ppt/slides/slide36.xml" Id="R5664f9e5371f472e" /><Relationship Type="http://schemas.openxmlformats.org/officeDocument/2006/relationships/slide" Target="/ppt/slides/slide37.xml" Id="R967e9a7fa2da40ea" /><Relationship Type="http://schemas.openxmlformats.org/officeDocument/2006/relationships/slide" Target="/ppt/slides/slide38.xml" Id="R282e6b05ebdd41b3" /><Relationship Type="http://schemas.openxmlformats.org/officeDocument/2006/relationships/slide" Target="/ppt/slides/slide39.xml" Id="R401a5695fd4e4fcb" /><Relationship Type="http://schemas.openxmlformats.org/officeDocument/2006/relationships/slide" Target="/ppt/slides/slide40.xml" Id="R9a3ef630ae0a4834" /><Relationship Type="http://schemas.openxmlformats.org/officeDocument/2006/relationships/slide" Target="/ppt/slides/slide41.xml" Id="Ra5351e75d92f4c6d" /><Relationship Type="http://schemas.openxmlformats.org/officeDocument/2006/relationships/slide" Target="/ppt/slides/slide42.xml" Id="R483ce0a725154f18" /><Relationship Type="http://schemas.openxmlformats.org/officeDocument/2006/relationships/slide" Target="/ppt/slides/slide43.xml" Id="R83dad94aca7e4020" /><Relationship Type="http://schemas.openxmlformats.org/officeDocument/2006/relationships/slide" Target="/ppt/slides/slide44.xml" Id="R845797f2a0a5428d" /><Relationship Type="http://schemas.openxmlformats.org/officeDocument/2006/relationships/slide" Target="/ppt/slides/slide45.xml" Id="R0eff13ed44c04222" /><Relationship Type="http://schemas.openxmlformats.org/officeDocument/2006/relationships/slide" Target="/ppt/slides/slide46.xml" Id="Rcb24c5d5dcbd49d0" /><Relationship Type="http://schemas.openxmlformats.org/officeDocument/2006/relationships/slide" Target="/ppt/slides/slide47.xml" Id="Rd3ff1e8737434b50" /><Relationship Type="http://schemas.openxmlformats.org/officeDocument/2006/relationships/slide" Target="/ppt/slides/slide48.xml" Id="Rbc82c695b6c04f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96632c940f46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97ed568cb44852" /><Relationship Type="http://schemas.openxmlformats.org/officeDocument/2006/relationships/notesMaster" Target="/ppt/notesMasters/notesMaster1.xml" Id="R805c3d21ec6d4e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ca419e6ce34d36" /><Relationship Type="http://schemas.openxmlformats.org/officeDocument/2006/relationships/notesMaster" Target="/ppt/notesMasters/notesMaster1.xml" Id="Rf7664db9171346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e8025f6eef4dd2" /><Relationship Type="http://schemas.openxmlformats.org/officeDocument/2006/relationships/notesMaster" Target="/ppt/notesMasters/notesMaster1.xml" Id="R549815748e6644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7c3e65412449db" /><Relationship Type="http://schemas.openxmlformats.org/officeDocument/2006/relationships/notesMaster" Target="/ppt/notesMasters/notesMaster1.xml" Id="R853ab7f354f941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895ef13259420a" /><Relationship Type="http://schemas.openxmlformats.org/officeDocument/2006/relationships/notesMaster" Target="/ppt/notesMasters/notesMaster1.xml" Id="R222ee657495d43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d10997d3604773" /><Relationship Type="http://schemas.openxmlformats.org/officeDocument/2006/relationships/notesMaster" Target="/ppt/notesMasters/notesMaster1.xml" Id="Rb2bf9e7c09e94d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724646c9ff4cbb" /><Relationship Type="http://schemas.openxmlformats.org/officeDocument/2006/relationships/notesMaster" Target="/ppt/notesMasters/notesMaster1.xml" Id="Rf961dfed19784a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dd03f14fbd4376" /><Relationship Type="http://schemas.openxmlformats.org/officeDocument/2006/relationships/notesMaster" Target="/ppt/notesMasters/notesMaster1.xml" Id="R63f306ff81dd4e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694da1a86d4f52" /><Relationship Type="http://schemas.openxmlformats.org/officeDocument/2006/relationships/notesMaster" Target="/ppt/notesMasters/notesMaster1.xml" Id="Rf63fa7186f8748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6e8f6544d144fc" /><Relationship Type="http://schemas.openxmlformats.org/officeDocument/2006/relationships/notesMaster" Target="/ppt/notesMasters/notesMaster1.xml" Id="Rb4ea8ceec7f14b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349fce2c82465b" /><Relationship Type="http://schemas.openxmlformats.org/officeDocument/2006/relationships/notesMaster" Target="/ppt/notesMasters/notesMaster1.xml" Id="R87f0531ff1fc42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5a053dddf84dd9" /><Relationship Type="http://schemas.openxmlformats.org/officeDocument/2006/relationships/notesMaster" Target="/ppt/notesMasters/notesMaster1.xml" Id="R8338e5adeee646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73cbe03bf54fbe" /><Relationship Type="http://schemas.openxmlformats.org/officeDocument/2006/relationships/notesMaster" Target="/ppt/notesMasters/notesMaster1.xml" Id="Rab9dce7865ce4a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cc9dd897b64beb" /><Relationship Type="http://schemas.openxmlformats.org/officeDocument/2006/relationships/notesMaster" Target="/ppt/notesMasters/notesMaster1.xml" Id="Rc76c0f9468494b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6a267c555246ce" /><Relationship Type="http://schemas.openxmlformats.org/officeDocument/2006/relationships/notesMaster" Target="/ppt/notesMasters/notesMaster1.xml" Id="R1bdbed10be0544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e04183b8fa4acf" /><Relationship Type="http://schemas.openxmlformats.org/officeDocument/2006/relationships/notesMaster" Target="/ppt/notesMasters/notesMaster1.xml" Id="R79c0f4a8a8d844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3eba4213c34ad1" /><Relationship Type="http://schemas.openxmlformats.org/officeDocument/2006/relationships/notesMaster" Target="/ppt/notesMasters/notesMaster1.xml" Id="R6135f339734941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c6ccae204e4d33" /><Relationship Type="http://schemas.openxmlformats.org/officeDocument/2006/relationships/notesMaster" Target="/ppt/notesMasters/notesMaster1.xml" Id="Rdf49d4331b2c49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ffc61c694d4391" /><Relationship Type="http://schemas.openxmlformats.org/officeDocument/2006/relationships/notesMaster" Target="/ppt/notesMasters/notesMaster1.xml" Id="R32309aecded043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e4784430b44524" /><Relationship Type="http://schemas.openxmlformats.org/officeDocument/2006/relationships/notesMaster" Target="/ppt/notesMasters/notesMaster1.xml" Id="R703fd7568f0143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a2146927f524ef3" /><Relationship Type="http://schemas.openxmlformats.org/officeDocument/2006/relationships/notesMaster" Target="/ppt/notesMasters/notesMaster1.xml" Id="Rd6577a4a4d76476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35674e07bf452b" /><Relationship Type="http://schemas.openxmlformats.org/officeDocument/2006/relationships/notesMaster" Target="/ppt/notesMasters/notesMaster1.xml" Id="R1a17e4e19a6148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84bfee0b77748ea" /><Relationship Type="http://schemas.openxmlformats.org/officeDocument/2006/relationships/notesMaster" Target="/ppt/notesMasters/notesMaster1.xml" Id="Re40c3426a39349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f7bd7a4b6d477d" /><Relationship Type="http://schemas.openxmlformats.org/officeDocument/2006/relationships/notesMaster" Target="/ppt/notesMasters/notesMaster1.xml" Id="Rce8657bd60c74c3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28575495ece44b9" /><Relationship Type="http://schemas.openxmlformats.org/officeDocument/2006/relationships/notesMaster" Target="/ppt/notesMasters/notesMaster1.xml" Id="R0ad10aa1a3e5484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a58a41cc528449c" /><Relationship Type="http://schemas.openxmlformats.org/officeDocument/2006/relationships/notesMaster" Target="/ppt/notesMasters/notesMaster1.xml" Id="R69cc2d79dc7d4b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881efb91c64392" /><Relationship Type="http://schemas.openxmlformats.org/officeDocument/2006/relationships/notesMaster" Target="/ppt/notesMasters/notesMaster1.xml" Id="R94326d1f12bb48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ddd3496913941ec" /><Relationship Type="http://schemas.openxmlformats.org/officeDocument/2006/relationships/notesMaster" Target="/ppt/notesMasters/notesMaster1.xml" Id="R6058fe6ef16942e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71910f9db534842" /><Relationship Type="http://schemas.openxmlformats.org/officeDocument/2006/relationships/notesMaster" Target="/ppt/notesMasters/notesMaster1.xml" Id="R5d54f0552b87416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2e93e0b5cd0430c" /><Relationship Type="http://schemas.openxmlformats.org/officeDocument/2006/relationships/notesMaster" Target="/ppt/notesMasters/notesMaster1.xml" Id="R98658caf0a6e41f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c3df8df38c04d65" /><Relationship Type="http://schemas.openxmlformats.org/officeDocument/2006/relationships/notesMaster" Target="/ppt/notesMasters/notesMaster1.xml" Id="R834a0f59ed2d4e8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45d4d8b8acb4a01" /><Relationship Type="http://schemas.openxmlformats.org/officeDocument/2006/relationships/notesMaster" Target="/ppt/notesMasters/notesMaster1.xml" Id="R3ad800a9b1fe44a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1f784c830eb4532" /><Relationship Type="http://schemas.openxmlformats.org/officeDocument/2006/relationships/notesMaster" Target="/ppt/notesMasters/notesMaster1.xml" Id="Rc0c1a57163ea41e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c47874eee224f5a" /><Relationship Type="http://schemas.openxmlformats.org/officeDocument/2006/relationships/notesMaster" Target="/ppt/notesMasters/notesMaster1.xml" Id="Rdedf54f0a7064ac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c9db0afd63c4f7d" /><Relationship Type="http://schemas.openxmlformats.org/officeDocument/2006/relationships/notesMaster" Target="/ppt/notesMasters/notesMaster1.xml" Id="Rbd9de0bb654d414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be2bb3ec46f47ec" /><Relationship Type="http://schemas.openxmlformats.org/officeDocument/2006/relationships/notesMaster" Target="/ppt/notesMasters/notesMaster1.xml" Id="Raf1718e87cdd409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275f0e5967c4efc" /><Relationship Type="http://schemas.openxmlformats.org/officeDocument/2006/relationships/notesMaster" Target="/ppt/notesMasters/notesMaster1.xml" Id="R1fb0f0c9044d48d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6691d6504f44776" /><Relationship Type="http://schemas.openxmlformats.org/officeDocument/2006/relationships/notesMaster" Target="/ppt/notesMasters/notesMaster1.xml" Id="R4f8c686373914dd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bad3dd5945745a5" /><Relationship Type="http://schemas.openxmlformats.org/officeDocument/2006/relationships/notesMaster" Target="/ppt/notesMasters/notesMaster1.xml" Id="R76eef9d5786c4f5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a454035cb024e5c" /><Relationship Type="http://schemas.openxmlformats.org/officeDocument/2006/relationships/notesMaster" Target="/ppt/notesMasters/notesMaster1.xml" Id="R116ddb2f3c0646b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93562bcea2f46f6" /><Relationship Type="http://schemas.openxmlformats.org/officeDocument/2006/relationships/notesMaster" Target="/ppt/notesMasters/notesMaster1.xml" Id="R95bb2a0056d7462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a0ab8cb50af4077" /><Relationship Type="http://schemas.openxmlformats.org/officeDocument/2006/relationships/notesMaster" Target="/ppt/notesMasters/notesMaster1.xml" Id="Rc298088f105e4df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ea69ba30e6b40d7" /><Relationship Type="http://schemas.openxmlformats.org/officeDocument/2006/relationships/notesMaster" Target="/ppt/notesMasters/notesMaster1.xml" Id="Rbdae9365748546d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ea5a043cd1842eb" /><Relationship Type="http://schemas.openxmlformats.org/officeDocument/2006/relationships/notesMaster" Target="/ppt/notesMasters/notesMaster1.xml" Id="Rfd9ee303a652457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eb708add54b4d07" /><Relationship Type="http://schemas.openxmlformats.org/officeDocument/2006/relationships/notesMaster" Target="/ppt/notesMasters/notesMaster1.xml" Id="R0fcbef6e0a9b479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d9c286c296c4ae4" /><Relationship Type="http://schemas.openxmlformats.org/officeDocument/2006/relationships/notesMaster" Target="/ppt/notesMasters/notesMaster1.xml" Id="Rbb74d87a0cce41d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5be4e8aa84d48a3" /><Relationship Type="http://schemas.openxmlformats.org/officeDocument/2006/relationships/notesMaster" Target="/ppt/notesMasters/notesMaster1.xml" Id="R4278a342432649a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9b7db53e5174159" /><Relationship Type="http://schemas.openxmlformats.org/officeDocument/2006/relationships/notesMaster" Target="/ppt/notesMasters/notesMaster1.xml" Id="Rcda993f0d24b4a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2104d136a41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a1d5393f2a4961" /><Relationship Type="http://schemas.openxmlformats.org/officeDocument/2006/relationships/slideLayout" Target="/ppt/slideLayouts/slideLayout1.xml" Id="Re5e491e8790645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e491e8790645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c2540a8cb47b4" /><Relationship Type="http://schemas.openxmlformats.org/officeDocument/2006/relationships/notesSlide" Target="/ppt/notesSlides/notesSlide1.xml" Id="R39e95b77c70441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458338c484d32" /><Relationship Type="http://schemas.openxmlformats.org/officeDocument/2006/relationships/notesSlide" Target="/ppt/notesSlides/notesSlide2.xml" Id="R534445c6410a42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32c11189341f2" /><Relationship Type="http://schemas.openxmlformats.org/officeDocument/2006/relationships/notesSlide" Target="/ppt/notesSlides/notesSlide3.xml" Id="R5586e0da7db84a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dbc303e484501" /><Relationship Type="http://schemas.openxmlformats.org/officeDocument/2006/relationships/notesSlide" Target="/ppt/notesSlides/notesSlide4.xml" Id="Rcc119297513d4f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9bb75d61148e7" /><Relationship Type="http://schemas.openxmlformats.org/officeDocument/2006/relationships/notesSlide" Target="/ppt/notesSlides/notesSlide5.xml" Id="R631cf7d5514c4c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38055ad0e4a9a" /><Relationship Type="http://schemas.openxmlformats.org/officeDocument/2006/relationships/notesSlide" Target="/ppt/notesSlides/notesSlide6.xml" Id="R72c43ce4c9db49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a28a31cc7456e" /><Relationship Type="http://schemas.openxmlformats.org/officeDocument/2006/relationships/notesSlide" Target="/ppt/notesSlides/notesSlide7.xml" Id="R9c26c5eed9a247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a95a05c914fb2" /><Relationship Type="http://schemas.openxmlformats.org/officeDocument/2006/relationships/notesSlide" Target="/ppt/notesSlides/notesSlide8.xml" Id="Rc5090f3f055146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62992e1604a5a" /><Relationship Type="http://schemas.openxmlformats.org/officeDocument/2006/relationships/notesSlide" Target="/ppt/notesSlides/notesSlide9.xml" Id="R7ca61e65cde049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f78be7e6b4e44" /><Relationship Type="http://schemas.openxmlformats.org/officeDocument/2006/relationships/notesSlide" Target="/ppt/notesSlides/notesSlide10.xml" Id="Ra9a244d077404f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0f6ad67364aa8" /><Relationship Type="http://schemas.openxmlformats.org/officeDocument/2006/relationships/notesSlide" Target="/ppt/notesSlides/notesSlide11.xml" Id="Rb7117773433f48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a35fc32824128" /><Relationship Type="http://schemas.openxmlformats.org/officeDocument/2006/relationships/notesSlide" Target="/ppt/notesSlides/notesSlide12.xml" Id="R993b6d13c83144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bcbaea2cf4b79" /><Relationship Type="http://schemas.openxmlformats.org/officeDocument/2006/relationships/notesSlide" Target="/ppt/notesSlides/notesSlide13.xml" Id="R31a4bd6e577d46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41a19d9124f6b" /><Relationship Type="http://schemas.openxmlformats.org/officeDocument/2006/relationships/notesSlide" Target="/ppt/notesSlides/notesSlide14.xml" Id="Rb4dc5f59eda747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08502b2a74bd4" /><Relationship Type="http://schemas.openxmlformats.org/officeDocument/2006/relationships/notesSlide" Target="/ppt/notesSlides/notesSlide15.xml" Id="Rc78ca30ce5d742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80e14085e4058" /><Relationship Type="http://schemas.openxmlformats.org/officeDocument/2006/relationships/notesSlide" Target="/ppt/notesSlides/notesSlide16.xml" Id="R14f2bd7f9a8449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a62c6739f414c" /><Relationship Type="http://schemas.openxmlformats.org/officeDocument/2006/relationships/notesSlide" Target="/ppt/notesSlides/notesSlide17.xml" Id="R91490203020046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07852ce954928" /><Relationship Type="http://schemas.openxmlformats.org/officeDocument/2006/relationships/notesSlide" Target="/ppt/notesSlides/notesSlide18.xml" Id="R22f3909ded1244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d144b4dd3490f" /><Relationship Type="http://schemas.openxmlformats.org/officeDocument/2006/relationships/notesSlide" Target="/ppt/notesSlides/notesSlide19.xml" Id="Rfb143c93c3d145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c2d820514481c" /><Relationship Type="http://schemas.openxmlformats.org/officeDocument/2006/relationships/notesSlide" Target="/ppt/notesSlides/notesSlide20.xml" Id="Ra01db7f611c946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2df5f523b4e71" /><Relationship Type="http://schemas.openxmlformats.org/officeDocument/2006/relationships/notesSlide" Target="/ppt/notesSlides/notesSlide21.xml" Id="R49704c866fda424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cd78000e646ed" /><Relationship Type="http://schemas.openxmlformats.org/officeDocument/2006/relationships/notesSlide" Target="/ppt/notesSlides/notesSlide22.xml" Id="Rce652eb8496b43b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16b061720429c" /><Relationship Type="http://schemas.openxmlformats.org/officeDocument/2006/relationships/notesSlide" Target="/ppt/notesSlides/notesSlide23.xml" Id="R40b61db7f9214d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7d26f7fa1403b" /><Relationship Type="http://schemas.openxmlformats.org/officeDocument/2006/relationships/notesSlide" Target="/ppt/notesSlides/notesSlide24.xml" Id="R585239758c55487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801d8a8fb4aa4" /><Relationship Type="http://schemas.openxmlformats.org/officeDocument/2006/relationships/notesSlide" Target="/ppt/notesSlides/notesSlide25.xml" Id="R1d4a8437f4f044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f6476a0d74f1b" /><Relationship Type="http://schemas.openxmlformats.org/officeDocument/2006/relationships/notesSlide" Target="/ppt/notesSlides/notesSlide26.xml" Id="R941cfe091530481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3254d909048a3" /><Relationship Type="http://schemas.openxmlformats.org/officeDocument/2006/relationships/notesSlide" Target="/ppt/notesSlides/notesSlide27.xml" Id="Rdcb63a3f67464e3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f8d32adf24d6a" /><Relationship Type="http://schemas.openxmlformats.org/officeDocument/2006/relationships/notesSlide" Target="/ppt/notesSlides/notesSlide28.xml" Id="Ref1f153c7d5c476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fe6640eff435c" /><Relationship Type="http://schemas.openxmlformats.org/officeDocument/2006/relationships/notesSlide" Target="/ppt/notesSlides/notesSlide29.xml" Id="R508f064fcd604c4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27ad8f1f84bae" /><Relationship Type="http://schemas.openxmlformats.org/officeDocument/2006/relationships/notesSlide" Target="/ppt/notesSlides/notesSlide30.xml" Id="R9b037ad5a18d4ca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b963e99c84865" /><Relationship Type="http://schemas.openxmlformats.org/officeDocument/2006/relationships/notesSlide" Target="/ppt/notesSlides/notesSlide31.xml" Id="R92a87538da3c46a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0277d96b6453c" /><Relationship Type="http://schemas.openxmlformats.org/officeDocument/2006/relationships/notesSlide" Target="/ppt/notesSlides/notesSlide32.xml" Id="R8ca718174b8e47b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62b0ba5fe45d2" /><Relationship Type="http://schemas.openxmlformats.org/officeDocument/2006/relationships/notesSlide" Target="/ppt/notesSlides/notesSlide33.xml" Id="Rcf6b860f9461486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f2d51a1e8436d" /><Relationship Type="http://schemas.openxmlformats.org/officeDocument/2006/relationships/notesSlide" Target="/ppt/notesSlides/notesSlide34.xml" Id="R8d12664ab8dd429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34e8f72db4902" /><Relationship Type="http://schemas.openxmlformats.org/officeDocument/2006/relationships/notesSlide" Target="/ppt/notesSlides/notesSlide35.xml" Id="R789c3aecf227446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8cebc792a43e4" /><Relationship Type="http://schemas.openxmlformats.org/officeDocument/2006/relationships/notesSlide" Target="/ppt/notesSlides/notesSlide36.xml" Id="Rb076e6e7614a411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7fbb4b5e346a3" /><Relationship Type="http://schemas.openxmlformats.org/officeDocument/2006/relationships/notesSlide" Target="/ppt/notesSlides/notesSlide37.xml" Id="Rc4512cbfb67b4f3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952211e104187" /><Relationship Type="http://schemas.openxmlformats.org/officeDocument/2006/relationships/notesSlide" Target="/ppt/notesSlides/notesSlide38.xml" Id="R650319cfbd044bb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a1648d5a94c51" /><Relationship Type="http://schemas.openxmlformats.org/officeDocument/2006/relationships/notesSlide" Target="/ppt/notesSlides/notesSlide39.xml" Id="R238a6dec3c8949d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1e3db8e274a33" /><Relationship Type="http://schemas.openxmlformats.org/officeDocument/2006/relationships/notesSlide" Target="/ppt/notesSlides/notesSlide40.xml" Id="R7aae10c565f74f0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2acc98bd94a28" /><Relationship Type="http://schemas.openxmlformats.org/officeDocument/2006/relationships/notesSlide" Target="/ppt/notesSlides/notesSlide41.xml" Id="Re7864dceb6cc4ab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dd32258744c1b" /><Relationship Type="http://schemas.openxmlformats.org/officeDocument/2006/relationships/notesSlide" Target="/ppt/notesSlides/notesSlide42.xml" Id="Re15a50ead1fc45f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c4956bb0049db" /><Relationship Type="http://schemas.openxmlformats.org/officeDocument/2006/relationships/notesSlide" Target="/ppt/notesSlides/notesSlide43.xml" Id="R97d86ad7168c493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89bd48e724d6d" /><Relationship Type="http://schemas.openxmlformats.org/officeDocument/2006/relationships/notesSlide" Target="/ppt/notesSlides/notesSlide44.xml" Id="R6196fb5ebcea4e1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05256af9649a0" /><Relationship Type="http://schemas.openxmlformats.org/officeDocument/2006/relationships/notesSlide" Target="/ppt/notesSlides/notesSlide45.xml" Id="R419d945b4050474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84e8692d94bd5" /><Relationship Type="http://schemas.openxmlformats.org/officeDocument/2006/relationships/notesSlide" Target="/ppt/notesSlides/notesSlide46.xml" Id="Re0feecf7a9e3470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db82de7c14749" /><Relationship Type="http://schemas.openxmlformats.org/officeDocument/2006/relationships/notesSlide" Target="/ppt/notesSlides/notesSlide47.xml" Id="R6b324fa07d9f44b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c2c50fc954619" /><Relationship Type="http://schemas.openxmlformats.org/officeDocument/2006/relationships/notesSlide" Target="/ppt/notesSlides/notesSlide48.xml" Id="R3f039863bf1c48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7E6D98-8FDE-4614-86F4-ECDF4E49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01C"/>
                </a:solidFill>
              </a:defRPr>
            </a:pPr>
            <a:r>
              <a:rPr sz="1125" b="1" i="0">
                <a:solidFill>
                  <a:srgbClr val="17201C"/>
                </a:solidFill>
              </a:rPr>
              <a:t>01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F879D743-1BD0-4D10-A8E4-5461FD43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01C"/>
                </a:solidFill>
              </a:defRPr>
            </a:pPr>
            <a:r>
              <a:rPr sz="1050" b="1" i="0">
                <a:solidFill>
                  <a:srgbClr val="17201C"/>
                </a:solidFill>
              </a:rPr>
              <a:t>BOOK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9F42250-6CEC-471A-A85D-0B71B575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D4EB92AE-DE5C-4449-8201-3BD8673C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01C"/>
                </a:solidFill>
              </a:defRPr>
            </a:pPr>
            <a:r>
              <a:rPr sz="1650" b="0" i="0">
                <a:solidFill>
                  <a:srgbClr val="17201C"/>
                </a:solidFill>
              </a:rPr>
              <a:t>조금 느려도 괜찮은 삶에 대하여</a:t>
            </a:r>
          </a:p>
        </p:txBody>
      </p:sp>
      <p:sp>
        <p:nvSpPr>
          <p:cNvPr id="5" name="book-title">
            <a:extLst xmlns:a="http://schemas.openxmlformats.org/drawingml/2006/main">
              <a:ext uri="{FF2B5EF4-FFF2-40B4-BE49-F238E27FC236}">
                <a16:creationId xmlns:a16="http://schemas.microsoft.com/office/drawing/2014/main" id="{8377FDE2-D794-44D0-B668-70E850A5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73F31"/>
                </a:solidFill>
              </a:defRPr>
            </a:pPr>
            <a:r>
              <a:rPr sz="5700" b="1" i="0">
                <a:solidFill>
                  <a:srgbClr val="173F31"/>
                </a:solidFill>
              </a:rPr>
              <a:t>생각의 틈</a:t>
            </a:r>
          </a:p>
        </p:txBody>
      </p:sp>
      <p:sp>
        <p:nvSpPr>
          <p:cNvPr id="6" name="book-cover">
            <a:extLst xmlns:a="http://schemas.openxmlformats.org/drawingml/2006/main">
              <a:ext uri="{FF2B5EF4-FFF2-40B4-BE49-F238E27FC236}">
                <a16:creationId xmlns:a16="http://schemas.microsoft.com/office/drawing/2014/main" id="{8296810D-44DC-4719-904E-8B11FD6F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5524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B9866AA-7FDD-4B32-BF82-8DAB7151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F3F0E8"/>
                </a:solidFill>
              </a:defRPr>
            </a:pPr>
            <a:r>
              <a:rPr sz="3750" b="1" i="0">
                <a:solidFill>
                  <a:srgbClr val="F3F0E8"/>
                </a:solidFill>
              </a:rPr>
              <a:t>생각의 틈</a:t>
            </a:r>
          </a:p>
        </p:txBody>
      </p:sp>
      <p:sp>
        <p:nvSpPr>
          <p:cNvPr id="8" name="cover-symbol">
            <a:extLst xmlns:a="http://schemas.openxmlformats.org/drawingml/2006/main">
              <a:ext uri="{FF2B5EF4-FFF2-40B4-BE49-F238E27FC236}">
                <a16:creationId xmlns:a16="http://schemas.microsoft.com/office/drawing/2014/main" id="{76067908-77A4-49D3-B47B-891FC0B1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00087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D0E9D4-F886-48CD-B716-BD0CB058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1C"/>
                </a:solidFill>
              </a:defRPr>
            </a:pPr>
            <a:r>
              <a:rPr sz="1575" b="1" i="0">
                <a:solidFill>
                  <a:srgbClr val="17201C"/>
                </a:solidFill>
              </a:rPr>
              <a:t>저자  김하늘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94D902D-C538-4F29-8B5C-131486B8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9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A14938"/>
                </a:solidFill>
              </a:defRPr>
            </a:pPr>
            <a:r>
              <a:rPr sz="1575" b="1" i="0">
                <a:solidFill>
                  <a:srgbClr val="A14938"/>
                </a:solidFill>
              </a:rPr>
              <a:t>별점  4.5 / 5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DF11D937-485E-47D1-A645-0C074F25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01C"/>
                </a:solidFill>
              </a:defRPr>
            </a:pPr>
            <a:r>
              <a:rPr sz="900" b="0" i="0">
                <a:solidFill>
                  <a:srgbClr val="17201C"/>
                </a:solidFill>
              </a:rPr>
              <a:t>01 포레스트 에디토리얼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B3DC621-A69E-45A5-B604-23077B85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4390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69F594-2CB4-4ED9-B0DB-7F816E57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01C"/>
                </a:solidFill>
              </a:defRPr>
            </a:pPr>
            <a:r>
              <a:rPr sz="1125" b="1" i="0">
                <a:solidFill>
                  <a:srgbClr val="17201C"/>
                </a:solidFill>
              </a:rPr>
              <a:t>02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348C6369-6DD1-46C3-8B4B-9E05636A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01C"/>
                </a:solidFill>
              </a:defRPr>
            </a:pPr>
            <a:r>
              <a:rPr sz="1050" b="1" i="0">
                <a:solidFill>
                  <a:srgbClr val="17201C"/>
                </a:solidFill>
              </a:rPr>
              <a:t>ONE LINE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E331D27-3EC6-4BFE-B505-245A73C4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5AD650-CAFB-4C9F-BA74-7158236C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7201C"/>
                </a:solidFill>
              </a:defRPr>
            </a:pPr>
            <a:r>
              <a:rPr sz="4350" b="1" i="0">
                <a:solidFill>
                  <a:srgbClr val="17201C"/>
                </a:solidFill>
              </a:rPr>
              <a:t>이 책을 한 문장으로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0C3D5D-A450-475E-8B49-2C18BFD5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0" b="1" i="0">
                <a:solidFill>
                  <a:srgbClr val="A14938"/>
                </a:solidFill>
              </a:defRPr>
            </a:pPr>
            <a:r>
              <a:rPr sz="6300" b="1" i="0">
                <a:solidFill>
                  <a:srgbClr val="A14938"/>
                </a:solidFill>
              </a:rPr>
              <a:t>“</a:t>
            </a:r>
          </a:p>
        </p:txBody>
      </p:sp>
      <p:sp>
        <p:nvSpPr>
          <p:cNvPr id="6" name="hero-quote">
            <a:extLst xmlns:a="http://schemas.openxmlformats.org/drawingml/2006/main">
              <a:ext uri="{FF2B5EF4-FFF2-40B4-BE49-F238E27FC236}">
                <a16:creationId xmlns:a16="http://schemas.microsoft.com/office/drawing/2014/main" id="{C201FC4F-85F6-433B-BB82-B2EDA75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73F31"/>
                </a:solidFill>
              </a:defRPr>
            </a:pPr>
            <a:r>
              <a:rPr sz="4800" b="1" i="0">
                <a:solidFill>
                  <a:srgbClr val="173F31"/>
                </a:solidFill>
              </a:rPr>
              <a:t>멈춰야</a:t>
            </a:r>
          </a:p>
          <a:p xmlns:a="http://schemas.openxmlformats.org/drawingml/2006/main">
            <a:pPr algn="l">
              <a:defRPr sz="4800" b="1" i="0">
                <a:solidFill>
                  <a:srgbClr val="173F31"/>
                </a:solidFill>
              </a:defRPr>
            </a:pPr>
            <a:r>
              <a:rPr sz="4800" b="1" i="0">
                <a:solidFill>
                  <a:srgbClr val="173F31"/>
                </a:solidFill>
              </a:rPr>
              <a:t>비로소 보이는</a:t>
            </a:r>
          </a:p>
          <a:p xmlns:a="http://schemas.openxmlformats.org/drawingml/2006/main">
            <a:pPr algn="l">
              <a:defRPr sz="4800" b="1" i="0">
                <a:solidFill>
                  <a:srgbClr val="173F31"/>
                </a:solidFill>
              </a:defRPr>
            </a:pPr>
            <a:r>
              <a:rPr sz="4800" b="1" i="0">
                <a:solidFill>
                  <a:srgbClr val="173F31"/>
                </a:solidFill>
              </a:rPr>
              <a:t>것들이 있다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9E44644F-8538-4F88-9CA6-2B582374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31FD719-D688-4A5C-A7EC-AF3B2704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1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01C"/>
                </a:solidFill>
              </a:defRPr>
            </a:pPr>
            <a:r>
              <a:rPr sz="1725" b="0" i="0">
                <a:solidFill>
                  <a:srgbClr val="17201C"/>
                </a:solidFill>
              </a:rPr>
              <a:t>빠르게 흘러가는 일상 속에서</a:t>
            </a:r>
          </a:p>
          <a:p xmlns:a="http://schemas.openxmlformats.org/drawingml/2006/main">
            <a:pPr algn="l">
              <a:defRPr sz="1725" b="0" i="0">
                <a:solidFill>
                  <a:srgbClr val="17201C"/>
                </a:solidFill>
              </a:defRPr>
            </a:pPr>
            <a:r>
              <a:rPr sz="1725" b="0" i="0">
                <a:solidFill>
                  <a:srgbClr val="17201C"/>
                </a:solidFill>
              </a:rPr>
              <a:t>우리에게 필요한 것은 속도가 아니라 방향입니다.</a:t>
            </a:r>
          </a:p>
        </p:txBody>
      </p:sp>
      <p:sp>
        <p:nvSpPr>
          <p:cNvPr id="9" name="paper-note">
            <a:extLst xmlns:a="http://schemas.openxmlformats.org/drawingml/2006/main">
              <a:ext uri="{FF2B5EF4-FFF2-40B4-BE49-F238E27FC236}">
                <a16:creationId xmlns:a16="http://schemas.microsoft.com/office/drawing/2014/main" id="{7BB46365-C386-46D0-924D-5B812986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525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8793BA5-18B2-4F6C-AED4-BEACE190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7155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7201C"/>
                </a:solidFill>
              </a:defRPr>
            </a:pPr>
            <a:r>
              <a:rPr sz="1650" b="0" i="1">
                <a:solidFill>
                  <a:srgbClr val="17201C"/>
                </a:solidFill>
              </a:rPr>
              <a:t>조금 느려도,</a:t>
            </a:r>
          </a:p>
          <a:p xmlns:a="http://schemas.openxmlformats.org/drawingml/2006/main">
            <a:pPr algn="ctr">
              <a:defRPr sz="1650" b="0" i="1">
                <a:solidFill>
                  <a:srgbClr val="17201C"/>
                </a:solidFill>
              </a:defRPr>
            </a:pPr>
            <a:r>
              <a:rPr sz="1650" b="0" i="1">
                <a:solidFill>
                  <a:srgbClr val="17201C"/>
                </a:solidFill>
              </a:rPr>
              <a:t>괜찮습니다.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62F11EEF-C8F3-4D15-B61D-846869C9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01C"/>
                </a:solidFill>
              </a:defRPr>
            </a:pPr>
            <a:r>
              <a:rPr sz="900" b="0" i="0">
                <a:solidFill>
                  <a:srgbClr val="17201C"/>
                </a:solidFill>
              </a:rPr>
              <a:t>01 포레스트 에디토리얼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E728A2-EDD9-45AB-9A65-6C46D0B7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2850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593180-EA80-418C-82D8-0E1C884A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01C"/>
                </a:solidFill>
              </a:defRPr>
            </a:pPr>
            <a:r>
              <a:rPr sz="1125" b="1" i="0">
                <a:solidFill>
                  <a:srgbClr val="17201C"/>
                </a:solidFill>
              </a:rPr>
              <a:t>03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3F277A33-9C2D-4135-AB19-47941857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01C"/>
                </a:solidFill>
              </a:defRPr>
            </a:pPr>
            <a:r>
              <a:rPr sz="1050" b="1" i="0">
                <a:solidFill>
                  <a:srgbClr val="17201C"/>
                </a:solidFill>
              </a:rPr>
              <a:t>KEY IDEAS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75A09C0-EC35-403F-8966-AE9EBBC0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C41E0E-E6CF-44EA-81FC-834A8863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7201C"/>
                </a:solidFill>
              </a:defRPr>
            </a:pPr>
            <a:r>
              <a:rPr sz="4350" b="1" i="0">
                <a:solidFill>
                  <a:srgbClr val="17201C"/>
                </a:solidFill>
              </a:rPr>
              <a:t>핵심 주제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4E289B30-69DE-4383-9898-478AD22A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7F91A1-3841-45DE-857B-8E05471C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F0E8"/>
                </a:solidFill>
              </a:defRPr>
            </a:pPr>
            <a:r>
              <a:rPr sz="1650" b="1" i="0">
                <a:solidFill>
                  <a:srgbClr val="F3F0E8"/>
                </a:solidFill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C94153-24A3-4194-92AF-8B9518CC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1C"/>
                </a:solidFill>
              </a:defRPr>
            </a:pPr>
            <a:r>
              <a:rPr sz="2100" b="1" i="0">
                <a:solidFill>
                  <a:srgbClr val="17201C"/>
                </a:solidFill>
              </a:rPr>
              <a:t>멈춤의 가치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3A431CE-9602-413D-B969-F222A2D0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멈춤은 게으름이 아니라 더 깊이 보기 위한 방법입니다.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B48C64D8-1E64-4542-B8BE-C23EEF72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umber-2">
            <a:extLst xmlns:a="http://schemas.openxmlformats.org/drawingml/2006/main">
              <a:ext uri="{FF2B5EF4-FFF2-40B4-BE49-F238E27FC236}">
                <a16:creationId xmlns:a16="http://schemas.microsoft.com/office/drawing/2014/main" id="{A2301A64-CA57-4FF9-B919-EA480E16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B1E88F-A828-4C3B-BF32-12CD4676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F0E8"/>
                </a:solidFill>
              </a:defRPr>
            </a:pPr>
            <a:r>
              <a:rPr sz="1650" b="1" i="0">
                <a:solidFill>
                  <a:srgbClr val="F3F0E8"/>
                </a:solidFill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0895A16-2030-46B7-A9A7-7EF007D5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1C"/>
                </a:solidFill>
              </a:defRPr>
            </a:pPr>
            <a:r>
              <a:rPr sz="2100" b="1" i="0">
                <a:solidFill>
                  <a:srgbClr val="17201C"/>
                </a:solidFill>
              </a:rPr>
              <a:t>시선의 전환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5A166A5-6FD4-4D1D-AC92-97019E1F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익숙한 것을 낯설게 바라볼 때 새로운 의미가 시작됩니다.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F858363A-93B8-4D87-A0CF-1465E2B3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ber-3">
            <a:extLst xmlns:a="http://schemas.openxmlformats.org/drawingml/2006/main">
              <a:ext uri="{FF2B5EF4-FFF2-40B4-BE49-F238E27FC236}">
                <a16:creationId xmlns:a16="http://schemas.microsoft.com/office/drawing/2014/main" id="{537340B4-4D40-4432-B84A-CB9734D1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0A87619-8380-45B2-9A7A-35795DFB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62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F0E8"/>
                </a:solidFill>
              </a:defRPr>
            </a:pPr>
            <a:r>
              <a:rPr sz="1650" b="1" i="0">
                <a:solidFill>
                  <a:srgbClr val="F3F0E8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A688BEC-D7F4-404A-A122-356A27F7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00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1C"/>
                </a:solidFill>
              </a:defRPr>
            </a:pPr>
            <a:r>
              <a:rPr sz="2100" b="1" i="0">
                <a:solidFill>
                  <a:srgbClr val="17201C"/>
                </a:solidFill>
              </a:rPr>
              <a:t>나답게 살아가기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C29BE4B-CE40-409B-9F9E-623C9334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772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세상의 속도보다 나만의 리듬을 먼저 발견합니다.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336D888-E02A-45E9-A57C-857F76D4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7630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heme-name">
            <a:extLst xmlns:a="http://schemas.openxmlformats.org/drawingml/2006/main">
              <a:ext uri="{FF2B5EF4-FFF2-40B4-BE49-F238E27FC236}">
                <a16:creationId xmlns:a16="http://schemas.microsoft.com/office/drawing/2014/main" id="{41501F03-E0D8-429B-B215-B9087662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01C"/>
                </a:solidFill>
              </a:defRPr>
            </a:pPr>
            <a:r>
              <a:rPr sz="900" b="0" i="0">
                <a:solidFill>
                  <a:srgbClr val="17201C"/>
                </a:solidFill>
              </a:rPr>
              <a:t>01 포레스트 에디토리얼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B79F6D-1A1E-44AD-B354-34223D1A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0904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A53A80-05A6-4846-AFD8-898B8A7B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01C"/>
                </a:solidFill>
              </a:defRPr>
            </a:pPr>
            <a:r>
              <a:rPr sz="1125" b="1" i="0">
                <a:solidFill>
                  <a:srgbClr val="17201C"/>
                </a:solidFill>
              </a:rPr>
              <a:t>04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A10A068D-8CA2-4FF6-BB8B-A71E0324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01C"/>
                </a:solidFill>
              </a:defRPr>
            </a:pPr>
            <a:r>
              <a:rPr sz="1050" b="1" i="0">
                <a:solidFill>
                  <a:srgbClr val="17201C"/>
                </a:solidFill>
              </a:rPr>
              <a:t>INSIGHT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A4862ED-8EBE-4F89-A4AB-A072A170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961365-6FB9-4D70-80B4-EB8A2870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7201C"/>
                </a:solidFill>
              </a:defRPr>
            </a:pPr>
            <a:r>
              <a:rPr sz="4350" b="1" i="0">
                <a:solidFill>
                  <a:srgbClr val="17201C"/>
                </a:solidFill>
              </a:rPr>
              <a:t>우리는 너무 빨리</a:t>
            </a:r>
          </a:p>
          <a:p xmlns:a="http://schemas.openxmlformats.org/drawingml/2006/main">
            <a:pPr algn="l">
              <a:defRPr sz="4350" b="1" i="0">
                <a:solidFill>
                  <a:srgbClr val="17201C"/>
                </a:solidFill>
              </a:defRPr>
            </a:pPr>
            <a:r>
              <a:rPr sz="4350" b="1" i="0">
                <a:solidFill>
                  <a:srgbClr val="17201C"/>
                </a:solidFill>
              </a:rPr>
              <a:t>답을 찾는다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154DD6F-A39D-4D8A-974A-13603548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9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E89B86-FCA1-4937-A526-3E69DB73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01C"/>
                </a:solidFill>
              </a:defRPr>
            </a:pPr>
            <a:r>
              <a:rPr sz="1800" b="0" i="0">
                <a:solidFill>
                  <a:srgbClr val="17201C"/>
                </a:solidFill>
              </a:rPr>
              <a:t>문제가 생기면 곧바로 해결책부터 찾고,</a:t>
            </a:r>
          </a:p>
          <a:p xmlns:a="http://schemas.openxmlformats.org/drawingml/2006/main">
            <a:pPr algn="l">
              <a:defRPr sz="1800" b="0" i="0">
                <a:solidFill>
                  <a:srgbClr val="17201C"/>
                </a:solidFill>
              </a:defRPr>
            </a:pPr>
            <a:r>
              <a:rPr sz="1800" b="0" i="0">
                <a:solidFill>
                  <a:srgbClr val="17201C"/>
                </a:solidFill>
              </a:rPr>
              <a:t>불안하면 즉시 무언가를 하려 합니다.</a:t>
            </a:r>
          </a:p>
        </p:txBody>
      </p:sp>
      <p:sp>
        <p:nvSpPr>
          <p:cNvPr id="7" name="insight-block">
            <a:extLst xmlns:a="http://schemas.openxmlformats.org/drawingml/2006/main">
              <a:ext uri="{FF2B5EF4-FFF2-40B4-BE49-F238E27FC236}">
                <a16:creationId xmlns:a16="http://schemas.microsoft.com/office/drawing/2014/main" id="{BF0C1D1A-BC02-4444-AB6F-AB54D7A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722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CE6164A-6BD5-46C5-BD57-2C9565A8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096125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3F0E8"/>
                </a:solidFill>
              </a:defRPr>
            </a:pPr>
            <a:r>
              <a:rPr sz="2100" b="1" i="0">
                <a:solidFill>
                  <a:srgbClr val="F3F0E8"/>
                </a:solidFill>
              </a:rPr>
              <a:t>하지만 잠깐의 멈춤이</a:t>
            </a:r>
          </a:p>
          <a:p xmlns:a="http://schemas.openxmlformats.org/drawingml/2006/main">
            <a:pPr algn="l">
              <a:defRPr sz="2100" b="1" i="0">
                <a:solidFill>
                  <a:srgbClr val="F3F0E8"/>
                </a:solidFill>
              </a:defRPr>
            </a:pPr>
            <a:r>
              <a:rPr sz="2100" b="1" i="0">
                <a:solidFill>
                  <a:srgbClr val="F3F0E8"/>
                </a:solidFill>
              </a:rPr>
              <a:t>문제의 모양을</a:t>
            </a:r>
          </a:p>
          <a:p xmlns:a="http://schemas.openxmlformats.org/drawingml/2006/main">
            <a:pPr algn="l">
              <a:defRPr sz="2100" b="1" i="0">
                <a:solidFill>
                  <a:srgbClr val="F3F0E8"/>
                </a:solidFill>
              </a:defRPr>
            </a:pPr>
            <a:r>
              <a:rPr sz="2100" b="1" i="0">
                <a:solidFill>
                  <a:srgbClr val="F3F0E8"/>
                </a:solidFill>
              </a:rPr>
              <a:t>바꿔 놓기도 합니다.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EF157CA-3A4E-41A3-B857-BEDBE435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01C"/>
                </a:solidFill>
              </a:defRPr>
            </a:pPr>
            <a:r>
              <a:rPr sz="2025" b="1" i="0">
                <a:solidFill>
                  <a:srgbClr val="17201C"/>
                </a:solidFill>
              </a:rPr>
              <a:t>생각의 틈은</a:t>
            </a:r>
          </a:p>
          <a:p xmlns:a="http://schemas.openxmlformats.org/drawingml/2006/main">
            <a:pPr algn="l">
              <a:defRPr sz="2025" b="1" i="0">
                <a:solidFill>
                  <a:srgbClr val="17201C"/>
                </a:solidFill>
              </a:defRPr>
            </a:pPr>
            <a:r>
              <a:rPr sz="2025" b="1" i="0">
                <a:solidFill>
                  <a:srgbClr val="17201C"/>
                </a:solidFill>
              </a:rPr>
              <a:t>더 나은 선택이 시작되는 공간입니다.</a:t>
            </a:r>
          </a:p>
        </p:txBody>
      </p:sp>
      <p:sp>
        <p:nvSpPr>
          <p:cNvPr id="10" name="theme-name">
            <a:extLst xmlns:a="http://schemas.openxmlformats.org/drawingml/2006/main">
              <a:ext uri="{FF2B5EF4-FFF2-40B4-BE49-F238E27FC236}">
                <a16:creationId xmlns:a16="http://schemas.microsoft.com/office/drawing/2014/main" id="{D4829363-5C00-4DB2-BFC7-56A606A7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01C"/>
                </a:solidFill>
              </a:defRPr>
            </a:pPr>
            <a:r>
              <a:rPr sz="900" b="0" i="0">
                <a:solidFill>
                  <a:srgbClr val="17201C"/>
                </a:solidFill>
              </a:rPr>
              <a:t>01 포레스트 에디토리얼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8D99F05-09CA-4BAB-879D-49B4F149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9546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290786-8CE4-409C-8765-BE88CB8A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01C"/>
                </a:solidFill>
              </a:defRPr>
            </a:pPr>
            <a:r>
              <a:rPr sz="1125" b="1" i="0">
                <a:solidFill>
                  <a:srgbClr val="17201C"/>
                </a:solidFill>
              </a:rPr>
              <a:t>05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2A6FFBAE-D19B-460C-BD6E-C682C31C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01C"/>
                </a:solidFill>
              </a:defRPr>
            </a:pPr>
            <a:r>
              <a:rPr sz="1050" b="1" i="0">
                <a:solidFill>
                  <a:srgbClr val="17201C"/>
                </a:solidFill>
              </a:rPr>
              <a:t>QUOTATION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AFF920E-17D6-4280-84B1-899AC4E7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ote-paper">
            <a:extLst xmlns:a="http://schemas.openxmlformats.org/drawingml/2006/main">
              <a:ext uri="{FF2B5EF4-FFF2-40B4-BE49-F238E27FC236}">
                <a16:creationId xmlns:a16="http://schemas.microsoft.com/office/drawing/2014/main" id="{7124D2AA-74E1-4A5C-BCB7-8FDE9B22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8572500" cy="723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F9D19A-B11D-4D74-96D0-E74E5D2F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A14938"/>
                </a:solidFill>
              </a:defRPr>
            </a:pPr>
            <a:r>
              <a:rPr sz="6450" b="1" i="0">
                <a:solidFill>
                  <a:srgbClr val="A14938"/>
                </a:solidFill>
              </a:rPr>
              <a:t>“</a:t>
            </a:r>
          </a:p>
        </p:txBody>
      </p:sp>
      <p:sp>
        <p:nvSpPr>
          <p:cNvPr id="6" name="quotation">
            <a:extLst xmlns:a="http://schemas.openxmlformats.org/drawingml/2006/main">
              <a:ext uri="{FF2B5EF4-FFF2-40B4-BE49-F238E27FC236}">
                <a16:creationId xmlns:a16="http://schemas.microsoft.com/office/drawing/2014/main" id="{BE762B27-AE12-45BB-87E8-6183E5F5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676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7201C"/>
                </a:solidFill>
              </a:defRPr>
            </a:pPr>
            <a:r>
              <a:rPr sz="4800" b="1" i="0">
                <a:solidFill>
                  <a:srgbClr val="17201C"/>
                </a:solidFill>
              </a:rPr>
              <a:t>좋은 답은</a:t>
            </a:r>
          </a:p>
          <a:p xmlns:a="http://schemas.openxmlformats.org/drawingml/2006/main">
            <a:pPr algn="l">
              <a:defRPr sz="4800" b="1" i="0">
                <a:solidFill>
                  <a:srgbClr val="17201C"/>
                </a:solidFill>
              </a:defRPr>
            </a:pPr>
            <a:r>
              <a:rPr sz="4800" b="1" i="0">
                <a:solidFill>
                  <a:srgbClr val="17201C"/>
                </a:solidFill>
              </a:rPr>
              <a:t>언제나,</a:t>
            </a:r>
          </a:p>
          <a:p xmlns:a="http://schemas.openxmlformats.org/drawingml/2006/main">
            <a:pPr algn="l">
              <a:defRPr sz="4800" b="1" i="0">
                <a:solidFill>
                  <a:srgbClr val="17201C"/>
                </a:solidFill>
              </a:defRPr>
            </a:pPr>
            <a:r>
              <a:rPr sz="4800" b="1" i="0">
                <a:solidFill>
                  <a:srgbClr val="17201C"/>
                </a:solidFill>
              </a:rPr>
              <a:t>조금 느린 곳에 있다.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F9826196-F4BC-469A-A839-DD7EFE9D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3342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7C3AAAE-F11C-41FD-9753-62C321AC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810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01C"/>
                </a:solidFill>
              </a:defRPr>
            </a:pPr>
            <a:r>
              <a:rPr sz="1575" b="0" i="0">
                <a:solidFill>
                  <a:srgbClr val="17201C"/>
                </a:solidFill>
              </a:rPr>
              <a:t>— 김하늘, 『생각의 틈』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282844-C10A-4D62-9BE2-4AC001BF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01C"/>
                </a:solidFill>
              </a:defRPr>
            </a:pPr>
            <a:r>
              <a:rPr sz="1650" b="0" i="0">
                <a:solidFill>
                  <a:srgbClr val="17201C"/>
                </a:solidFill>
              </a:rPr>
              <a:t>서두르지 않는 시간이</a:t>
            </a:r>
          </a:p>
          <a:p xmlns:a="http://schemas.openxmlformats.org/drawingml/2006/main">
            <a:pPr algn="l">
              <a:defRPr sz="1650" b="0" i="0">
                <a:solidFill>
                  <a:srgbClr val="17201C"/>
                </a:solidFill>
              </a:defRPr>
            </a:pPr>
            <a:r>
              <a:rPr sz="1650" b="0" i="0">
                <a:solidFill>
                  <a:srgbClr val="17201C"/>
                </a:solidFill>
              </a:rPr>
              <a:t>오히려 더 정확한 방향으로 데려갑니다.</a:t>
            </a:r>
          </a:p>
        </p:txBody>
      </p:sp>
      <p:sp>
        <p:nvSpPr>
          <p:cNvPr id="10" name="theme-name">
            <a:extLst xmlns:a="http://schemas.openxmlformats.org/drawingml/2006/main">
              <a:ext uri="{FF2B5EF4-FFF2-40B4-BE49-F238E27FC236}">
                <a16:creationId xmlns:a16="http://schemas.microsoft.com/office/drawing/2014/main" id="{2C417A50-7D3F-4C30-B257-CA2AA477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01C"/>
                </a:solidFill>
              </a:defRPr>
            </a:pPr>
            <a:r>
              <a:rPr sz="900" b="0" i="0">
                <a:solidFill>
                  <a:srgbClr val="17201C"/>
                </a:solidFill>
              </a:rPr>
              <a:t>01 포레스트 에디토리얼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9E0A19A-81F0-499A-ACE3-22B394A9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7140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741B52-77B2-4C20-BF3A-6B59A596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01C"/>
                </a:solidFill>
              </a:defRPr>
            </a:pPr>
            <a:r>
              <a:rPr sz="1125" b="1" i="0">
                <a:solidFill>
                  <a:srgbClr val="17201C"/>
                </a:solidFill>
              </a:rPr>
              <a:t>06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87BD08A0-7A5A-436F-A74F-DBE66545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01C"/>
                </a:solidFill>
              </a:defRPr>
            </a:pPr>
            <a:r>
              <a:rPr sz="1050" b="1" i="0">
                <a:solidFill>
                  <a:srgbClr val="17201C"/>
                </a:solidFill>
              </a:rPr>
              <a:t>MY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1BDE2D7-6215-41EF-AD0D-31C479BF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E64F96-714D-462A-BB96-71AE90D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7201C"/>
                </a:solidFill>
              </a:defRPr>
            </a:pPr>
            <a:r>
              <a:rPr sz="4350" b="1" i="0">
                <a:solidFill>
                  <a:srgbClr val="17201C"/>
                </a:solidFill>
              </a:rPr>
              <a:t>읽고 난 뒤</a:t>
            </a:r>
          </a:p>
        </p:txBody>
      </p:sp>
      <p:sp>
        <p:nvSpPr>
          <p:cNvPr id="5" name="review-1">
            <a:extLst xmlns:a="http://schemas.openxmlformats.org/drawingml/2006/main">
              <a:ext uri="{FF2B5EF4-FFF2-40B4-BE49-F238E27FC236}">
                <a16:creationId xmlns:a16="http://schemas.microsoft.com/office/drawing/2014/main" id="{3C4C188C-3095-4F17-ACB3-5FFDD222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201C"/>
                </a:solidFill>
              </a:defRPr>
            </a:pPr>
            <a:r>
              <a:rPr sz="1950" b="0" i="0">
                <a:solidFill>
                  <a:srgbClr val="17201C"/>
                </a:solidFill>
              </a:rPr>
              <a:t>이 책을 덮고 나서 가장 크게 달라진 것은</a:t>
            </a:r>
          </a:p>
          <a:p xmlns:a="http://schemas.openxmlformats.org/drawingml/2006/main">
            <a:pPr algn="l">
              <a:defRPr sz="1950" b="0" i="0">
                <a:solidFill>
                  <a:srgbClr val="17201C"/>
                </a:solidFill>
              </a:defRPr>
            </a:pPr>
            <a:r>
              <a:rPr sz="1950" b="0" i="0">
                <a:solidFill>
                  <a:srgbClr val="17201C"/>
                </a:solidFill>
              </a:rPr>
              <a:t>‘조금 멈춰도 괜찮다’는 마음이었습니다.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1AB4D505-0CDF-46D8-9041-4A4618DD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view-2">
            <a:extLst xmlns:a="http://schemas.openxmlformats.org/drawingml/2006/main">
              <a:ext uri="{FF2B5EF4-FFF2-40B4-BE49-F238E27FC236}">
                <a16:creationId xmlns:a16="http://schemas.microsoft.com/office/drawing/2014/main" id="{24D6BE7E-CAA9-4880-B19C-CD8BE155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201C"/>
                </a:solidFill>
              </a:defRPr>
            </a:pPr>
            <a:r>
              <a:rPr sz="1950" b="0" i="0">
                <a:solidFill>
                  <a:srgbClr val="17201C"/>
                </a:solidFill>
              </a:rPr>
              <a:t>늘 더 빨리, 더 많이 하려던 마음이 가벼워졌고</a:t>
            </a:r>
          </a:p>
          <a:p xmlns:a="http://schemas.openxmlformats.org/drawingml/2006/main">
            <a:pPr algn="l">
              <a:defRPr sz="1950" b="0" i="0">
                <a:solidFill>
                  <a:srgbClr val="17201C"/>
                </a:solidFill>
              </a:defRPr>
            </a:pPr>
            <a:r>
              <a:rPr sz="1950" b="0" i="0">
                <a:solidFill>
                  <a:srgbClr val="17201C"/>
                </a:solidFill>
              </a:rPr>
              <a:t>지금 내가 정말 원하는 것이 무엇인지</a:t>
            </a:r>
          </a:p>
          <a:p xmlns:a="http://schemas.openxmlformats.org/drawingml/2006/main">
            <a:pPr algn="l">
              <a:defRPr sz="1950" b="0" i="0">
                <a:solidFill>
                  <a:srgbClr val="17201C"/>
                </a:solidFill>
              </a:defRPr>
            </a:pPr>
            <a:r>
              <a:rPr sz="1950" b="0" i="0">
                <a:solidFill>
                  <a:srgbClr val="17201C"/>
                </a:solidFill>
              </a:rPr>
              <a:t>다시 묻게 되었습니다.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F7535F-5E2D-4F52-BFE4-30DDA31A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858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00" b="1" i="1">
                <a:solidFill>
                  <a:srgbClr val="173F31"/>
                </a:solidFill>
              </a:defRPr>
            </a:pPr>
            <a:r>
              <a:rPr sz="3000" b="1" i="1">
                <a:solidFill>
                  <a:srgbClr val="173F31"/>
                </a:solidFill>
              </a:rPr>
              <a:t>조금 멈춘 덕분에</a:t>
            </a:r>
          </a:p>
          <a:p xmlns:a="http://schemas.openxmlformats.org/drawingml/2006/main">
            <a:pPr algn="r">
              <a:defRPr sz="3000" b="1" i="1">
                <a:solidFill>
                  <a:srgbClr val="173F31"/>
                </a:solidFill>
              </a:defRPr>
            </a:pPr>
            <a:r>
              <a:rPr sz="3000" b="1" i="1">
                <a:solidFill>
                  <a:srgbClr val="173F31"/>
                </a:solidFill>
              </a:rPr>
              <a:t>조금 더 나답게.</a:t>
            </a:r>
          </a:p>
        </p:txBody>
      </p:sp>
      <p:sp>
        <p:nvSpPr>
          <p:cNvPr id="9" name="theme-name">
            <a:extLst xmlns:a="http://schemas.openxmlformats.org/drawingml/2006/main">
              <a:ext uri="{FF2B5EF4-FFF2-40B4-BE49-F238E27FC236}">
                <a16:creationId xmlns:a16="http://schemas.microsoft.com/office/drawing/2014/main" id="{F3C75F7B-DC30-407D-84B5-741F98B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01C"/>
                </a:solidFill>
              </a:defRPr>
            </a:pPr>
            <a:r>
              <a:rPr sz="900" b="0" i="0">
                <a:solidFill>
                  <a:srgbClr val="17201C"/>
                </a:solidFill>
              </a:rPr>
              <a:t>01 포레스트 에디토리얼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78F0450-FEF8-4D90-9A57-8DF8C148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47957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8642BA-675C-47E5-91F1-E592FE56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01C"/>
                </a:solidFill>
              </a:defRPr>
            </a:pPr>
            <a:r>
              <a:rPr sz="1125" b="1" i="0">
                <a:solidFill>
                  <a:srgbClr val="17201C"/>
                </a:solidFill>
              </a:rPr>
              <a:t>07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80414E8D-A792-479B-BB87-178AC021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01C"/>
                </a:solidFill>
              </a:defRPr>
            </a:pPr>
            <a:r>
              <a:rPr sz="1050" b="1" i="0">
                <a:solidFill>
                  <a:srgbClr val="17201C"/>
                </a:solidFill>
              </a:rPr>
              <a:t>FOR YOU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3901CA7-70A1-4E50-8B78-E2414ED6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E0898-6E17-4CC7-AD8D-32268B46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7201C"/>
                </a:solidFill>
              </a:defRPr>
            </a:pPr>
            <a:r>
              <a:rPr sz="4350" b="1" i="0">
                <a:solidFill>
                  <a:srgbClr val="17201C"/>
                </a:solidFill>
              </a:rPr>
              <a:t>이런 분께 추천해요</a:t>
            </a:r>
          </a:p>
        </p:txBody>
      </p:sp>
      <p:sp>
        <p:nvSpPr>
          <p:cNvPr id="5" name="number-✓">
            <a:extLst xmlns:a="http://schemas.openxmlformats.org/drawingml/2006/main">
              <a:ext uri="{FF2B5EF4-FFF2-40B4-BE49-F238E27FC236}">
                <a16:creationId xmlns:a16="http://schemas.microsoft.com/office/drawing/2014/main" id="{1181CCA1-F1B4-4FF0-B148-6AB7AB0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1E3DC02-D724-4C0B-BE5F-DC644484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F0E8"/>
                </a:solidFill>
              </a:defRPr>
            </a:pPr>
            <a:r>
              <a:rPr sz="1650" b="1" i="0">
                <a:solidFill>
                  <a:srgbClr val="F3F0E8"/>
                </a:solidFill>
              </a:rPr>
              <a:t>✓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547231-4120-48A5-9885-C6A1470D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1C"/>
                </a:solidFill>
              </a:defRPr>
            </a:pPr>
            <a:r>
              <a:rPr sz="2100" b="1" i="0">
                <a:solidFill>
                  <a:srgbClr val="17201C"/>
                </a:solidFill>
              </a:rPr>
              <a:t>늘 바쁘게 살며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EDC21E-9137-4879-82BA-26C766D1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마음의 여유를 잃었다고 느끼는 분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4E6B3C54-0354-4AEA-8C77-2FD24A34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umber-✓">
            <a:extLst xmlns:a="http://schemas.openxmlformats.org/drawingml/2006/main">
              <a:ext uri="{FF2B5EF4-FFF2-40B4-BE49-F238E27FC236}">
                <a16:creationId xmlns:a16="http://schemas.microsoft.com/office/drawing/2014/main" id="{329133DF-D6F3-4E9D-A104-DB6D7218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CE314E2-E572-47D1-A6BA-E7D2BA6F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F0E8"/>
                </a:solidFill>
              </a:defRPr>
            </a:pPr>
            <a:r>
              <a:rPr sz="1650" b="1" i="0">
                <a:solidFill>
                  <a:srgbClr val="F3F0E8"/>
                </a:solidFill>
              </a:rPr>
              <a:t>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D136A74-63AC-498B-8696-8D11ED20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1C"/>
                </a:solidFill>
              </a:defRPr>
            </a:pPr>
            <a:r>
              <a:rPr sz="2100" b="1" i="0">
                <a:solidFill>
                  <a:srgbClr val="17201C"/>
                </a:solidFill>
              </a:rPr>
              <a:t>지금의 속도가 맞는지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6A5444-76BC-43A8-8359-6F173B3B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한 번쯤 고민해본 분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0F2E9933-93E4-466C-B14E-CAE7C9B9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ber-✓">
            <a:extLst xmlns:a="http://schemas.openxmlformats.org/drawingml/2006/main">
              <a:ext uri="{FF2B5EF4-FFF2-40B4-BE49-F238E27FC236}">
                <a16:creationId xmlns:a16="http://schemas.microsoft.com/office/drawing/2014/main" id="{403D87F9-B459-4CDE-92A6-0EED7A78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15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7BC59F2-028E-480F-A0D3-988DD63B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58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F0E8"/>
                </a:solidFill>
              </a:defRPr>
            </a:pPr>
            <a:r>
              <a:rPr sz="1650" b="1" i="0">
                <a:solidFill>
                  <a:srgbClr val="F3F0E8"/>
                </a:solidFill>
              </a:rPr>
              <a:t>✓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A2B142D-6978-4BD6-A958-5987FD4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96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1C"/>
                </a:solidFill>
              </a:defRPr>
            </a:pPr>
            <a:r>
              <a:rPr sz="2100" b="1" i="0">
                <a:solidFill>
                  <a:srgbClr val="17201C"/>
                </a:solidFill>
              </a:rPr>
              <a:t>일상의 의미를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7D7B53D-D983-41A3-B53F-77014712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724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다시 발견하고 싶은 분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8781452-D3FB-4EF5-884D-16FCE4FA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858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heme-name">
            <a:extLst xmlns:a="http://schemas.openxmlformats.org/drawingml/2006/main">
              <a:ext uri="{FF2B5EF4-FFF2-40B4-BE49-F238E27FC236}">
                <a16:creationId xmlns:a16="http://schemas.microsoft.com/office/drawing/2014/main" id="{27AA7E91-BCFC-452B-92F9-F8E8B2DF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01C"/>
                </a:solidFill>
              </a:defRPr>
            </a:pPr>
            <a:r>
              <a:rPr sz="900" b="0" i="0">
                <a:solidFill>
                  <a:srgbClr val="17201C"/>
                </a:solidFill>
              </a:rPr>
              <a:t>01 포레스트 에디토리얼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59026C-E16B-4C9A-AFFB-54B3533E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9943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5372A4-B664-4A61-B2DE-48ECF107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01C"/>
                </a:solidFill>
              </a:defRPr>
            </a:pPr>
            <a:r>
              <a:rPr sz="1125" b="1" i="0">
                <a:solidFill>
                  <a:srgbClr val="17201C"/>
                </a:solidFill>
              </a:rPr>
              <a:t>08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DCFA8024-7875-4AEC-B21F-4E4535FF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01C"/>
                </a:solidFill>
              </a:defRPr>
            </a:pPr>
            <a:r>
              <a:rPr sz="1050" b="1" i="0">
                <a:solidFill>
                  <a:srgbClr val="17201C"/>
                </a:solidFill>
              </a:rPr>
              <a:t>CLOSING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6D5C5A7-8A48-48FD-947A-E12BBBDC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3E0650-3CEC-4127-8F8C-915F44B4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7201C"/>
                </a:solidFill>
              </a:defRPr>
            </a:pPr>
            <a:r>
              <a:rPr sz="1800" b="0" i="0">
                <a:solidFill>
                  <a:srgbClr val="17201C"/>
                </a:solidFill>
              </a:rPr>
              <a:t>조금 멈추는 용기가,</a:t>
            </a:r>
          </a:p>
          <a:p xmlns:a="http://schemas.openxmlformats.org/drawingml/2006/main">
            <a:pPr algn="ctr">
              <a:defRPr sz="1800" b="0" i="0">
                <a:solidFill>
                  <a:srgbClr val="17201C"/>
                </a:solidFill>
              </a:defRPr>
            </a:pPr>
            <a:r>
              <a:rPr sz="1800" b="0" i="0">
                <a:solidFill>
                  <a:srgbClr val="17201C"/>
                </a:solidFill>
              </a:rPr>
              <a:t>더 좋은 오늘을 만듭니다.</a:t>
            </a:r>
          </a:p>
        </p:txBody>
      </p:sp>
      <p:sp>
        <p:nvSpPr>
          <p:cNvPr id="5" name="closing-question">
            <a:extLst xmlns:a="http://schemas.openxmlformats.org/drawingml/2006/main">
              <a:ext uri="{FF2B5EF4-FFF2-40B4-BE49-F238E27FC236}">
                <a16:creationId xmlns:a16="http://schemas.microsoft.com/office/drawing/2014/main" id="{7C68D882-F7B2-48EE-8D4A-4847F754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173F31"/>
                </a:solidFill>
              </a:defRPr>
            </a:pPr>
            <a:r>
              <a:rPr sz="4500" b="1" i="0">
                <a:solidFill>
                  <a:srgbClr val="173F31"/>
                </a:solidFill>
              </a:rPr>
              <a:t>당신에게 필요한</a:t>
            </a:r>
          </a:p>
          <a:p xmlns:a="http://schemas.openxmlformats.org/drawingml/2006/main">
            <a:pPr algn="ctr">
              <a:defRPr sz="4500" b="1" i="0">
                <a:solidFill>
                  <a:srgbClr val="173F31"/>
                </a:solidFill>
              </a:defRPr>
            </a:pPr>
            <a:r>
              <a:rPr sz="4500" b="1" i="0">
                <a:solidFill>
                  <a:srgbClr val="173F31"/>
                </a:solidFill>
              </a:rPr>
              <a:t>틈은 무엇인가요?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90B15551-668D-4728-A1EE-E71347DB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34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5DDFE6-7144-4B22-BBCF-17E26B87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86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173F31"/>
                </a:solidFill>
              </a:defRPr>
            </a:pPr>
            <a:r>
              <a:rPr sz="4800" b="1" i="0">
                <a:solidFill>
                  <a:srgbClr val="173F31"/>
                </a:solidFill>
              </a:rPr>
              <a:t>★ ★ ★ ★ 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4038FE-7301-433F-8192-B51F34E9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572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17201C"/>
                </a:solidFill>
              </a:defRPr>
            </a:pPr>
            <a:r>
              <a:rPr sz="4200" b="1" i="0">
                <a:solidFill>
                  <a:srgbClr val="17201C"/>
                </a:solidFill>
              </a:rPr>
              <a:t>4.5 / 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6354FF-7555-4C6A-AA5A-7E02562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7201C"/>
                </a:solidFill>
              </a:defRPr>
            </a:pPr>
            <a:r>
              <a:rPr sz="1500" b="0" i="0">
                <a:solidFill>
                  <a:srgbClr val="17201C"/>
                </a:solidFill>
              </a:rPr>
              <a:t>저장해두고 다음 책을 고를 때 다시 확인하세요.</a:t>
            </a:r>
          </a:p>
        </p:txBody>
      </p:sp>
      <p:sp>
        <p:nvSpPr>
          <p:cNvPr id="10" name="theme-name">
            <a:extLst xmlns:a="http://schemas.openxmlformats.org/drawingml/2006/main">
              <a:ext uri="{FF2B5EF4-FFF2-40B4-BE49-F238E27FC236}">
                <a16:creationId xmlns:a16="http://schemas.microsoft.com/office/drawing/2014/main" id="{042F6CE3-A8C8-4B20-BE72-778B73BD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01C"/>
                </a:solidFill>
              </a:defRPr>
            </a:pPr>
            <a:r>
              <a:rPr sz="900" b="0" i="0">
                <a:solidFill>
                  <a:srgbClr val="17201C"/>
                </a:solidFill>
              </a:rPr>
              <a:t>01 포레스트 에디토리얼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3978A6E-A188-4C65-A0F6-08397158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81892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237C40-BC23-41EB-B63A-05B899C2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B31"/>
                </a:solidFill>
              </a:defRPr>
            </a:pPr>
            <a:r>
              <a:rPr sz="1125" b="1" i="0">
                <a:solidFill>
                  <a:srgbClr val="101B31"/>
                </a:solidFill>
              </a:rPr>
              <a:t>01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22D74B42-28B5-4E3F-8478-DB2A613B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1B31"/>
                </a:solidFill>
              </a:defRPr>
            </a:pPr>
            <a:r>
              <a:rPr sz="1050" b="1" i="0">
                <a:solidFill>
                  <a:srgbClr val="101B31"/>
                </a:solidFill>
              </a:rPr>
              <a:t>BOOK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1C11DE5-2403-405C-8DA3-2DC544A0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876D6ECB-8C2F-419D-AEC4-89EDA436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5D4BBC5C-46CE-481C-81D3-BCAA349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B31"/>
                </a:solidFill>
              </a:defRPr>
            </a:pPr>
            <a:r>
              <a:rPr sz="1650" b="0" i="0">
                <a:solidFill>
                  <a:srgbClr val="101B31"/>
                </a:solidFill>
              </a:rPr>
              <a:t>우리가 살게 될 공간의 새로운 질서</a:t>
            </a:r>
          </a:p>
        </p:txBody>
      </p:sp>
      <p:sp>
        <p:nvSpPr>
          <p:cNvPr id="6" name="book-title">
            <a:extLst xmlns:a="http://schemas.openxmlformats.org/drawingml/2006/main">
              <a:ext uri="{FF2B5EF4-FFF2-40B4-BE49-F238E27FC236}">
                <a16:creationId xmlns:a16="http://schemas.microsoft.com/office/drawing/2014/main" id="{E8033000-DFFA-4999-A7AA-DD198866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72B55"/>
                </a:solidFill>
              </a:defRPr>
            </a:pPr>
            <a:r>
              <a:rPr sz="5700" b="1" i="0">
                <a:solidFill>
                  <a:srgbClr val="172B55"/>
                </a:solidFill>
              </a:rPr>
              <a:t>도시의 다음 장</a:t>
            </a:r>
          </a:p>
        </p:txBody>
      </p:sp>
      <p:sp>
        <p:nvSpPr>
          <p:cNvPr id="7" name="book-cover">
            <a:extLst xmlns:a="http://schemas.openxmlformats.org/drawingml/2006/main">
              <a:ext uri="{FF2B5EF4-FFF2-40B4-BE49-F238E27FC236}">
                <a16:creationId xmlns:a16="http://schemas.microsoft.com/office/drawing/2014/main" id="{26BBACFA-D4F9-4CC5-AC45-E07EAF15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5524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091958B-EBB3-4FDC-B286-460D216F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F5F2EA"/>
                </a:solidFill>
              </a:defRPr>
            </a:pPr>
            <a:r>
              <a:rPr sz="3750" b="1" i="0">
                <a:solidFill>
                  <a:srgbClr val="F5F2EA"/>
                </a:solidFill>
              </a:rPr>
              <a:t>도시의 다음 장</a:t>
            </a:r>
          </a:p>
        </p:txBody>
      </p:sp>
      <p:sp>
        <p:nvSpPr>
          <p:cNvPr id="9" name="cover-symbol">
            <a:extLst xmlns:a="http://schemas.openxmlformats.org/drawingml/2006/main">
              <a:ext uri="{FF2B5EF4-FFF2-40B4-BE49-F238E27FC236}">
                <a16:creationId xmlns:a16="http://schemas.microsoft.com/office/drawing/2014/main" id="{454EA24F-E8FC-4719-BE09-32A4FB0B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00087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1025B60-CAF5-46E4-8E1C-8904A71A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B31"/>
                </a:solidFill>
              </a:defRPr>
            </a:pPr>
            <a:r>
              <a:rPr sz="1575" b="1" i="0">
                <a:solidFill>
                  <a:srgbClr val="101B31"/>
                </a:solidFill>
              </a:rPr>
              <a:t>저자  이도윤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87F029-DB53-41C9-B50B-D6179C34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9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D94C3D"/>
                </a:solidFill>
              </a:defRPr>
            </a:pPr>
            <a:r>
              <a:rPr sz="1575" b="1" i="0">
                <a:solidFill>
                  <a:srgbClr val="D94C3D"/>
                </a:solidFill>
              </a:rPr>
              <a:t>별점  4.5 / 5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AB27ACE7-FE2F-46BB-BBC1-06B2203C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01B31"/>
                </a:solidFill>
              </a:defRPr>
            </a:pPr>
            <a:r>
              <a:rPr sz="900" b="0" i="0">
                <a:solidFill>
                  <a:srgbClr val="101B31"/>
                </a:solidFill>
              </a:rPr>
              <a:t>02 네이비 매거진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B8C2099-0B32-4401-A979-C301E9BD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989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505968-274D-48D5-9B30-540308C4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B31"/>
                </a:solidFill>
              </a:defRPr>
            </a:pPr>
            <a:r>
              <a:rPr sz="1125" b="1" i="0">
                <a:solidFill>
                  <a:srgbClr val="101B31"/>
                </a:solidFill>
              </a:rPr>
              <a:t>02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5ACA9C85-C896-4FA7-95AB-C4BE61AC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1B31"/>
                </a:solidFill>
              </a:defRPr>
            </a:pPr>
            <a:r>
              <a:rPr sz="1050" b="1" i="0">
                <a:solidFill>
                  <a:srgbClr val="101B31"/>
                </a:solidFill>
              </a:rPr>
              <a:t>ONE LINE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6AC3149-8B46-4212-B136-5C4E308B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32757F55-34CF-409E-8728-1E5881B0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F0BEA0-D70D-49E6-9A4D-8A5F6AC2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1B31"/>
                </a:solidFill>
              </a:defRPr>
            </a:pPr>
            <a:r>
              <a:rPr sz="4350" b="1" i="0">
                <a:solidFill>
                  <a:srgbClr val="101B31"/>
                </a:solidFill>
              </a:rPr>
              <a:t>이 책을 한 문장으로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662A97-34A6-4BDF-8EE0-2DE7D543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0" b="1" i="0">
                <a:solidFill>
                  <a:srgbClr val="D94C3D"/>
                </a:solidFill>
              </a:defRPr>
            </a:pPr>
            <a:r>
              <a:rPr sz="6300" b="1" i="0">
                <a:solidFill>
                  <a:srgbClr val="D94C3D"/>
                </a:solidFill>
              </a:rPr>
              <a:t>“</a:t>
            </a:r>
          </a:p>
        </p:txBody>
      </p:sp>
      <p:sp>
        <p:nvSpPr>
          <p:cNvPr id="7" name="hero-quote">
            <a:extLst xmlns:a="http://schemas.openxmlformats.org/drawingml/2006/main">
              <a:ext uri="{FF2B5EF4-FFF2-40B4-BE49-F238E27FC236}">
                <a16:creationId xmlns:a16="http://schemas.microsoft.com/office/drawing/2014/main" id="{D4684C89-273A-44FF-A988-D5462707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72B55"/>
                </a:solidFill>
              </a:defRPr>
            </a:pPr>
            <a:r>
              <a:rPr sz="4800" b="1" i="0">
                <a:solidFill>
                  <a:srgbClr val="172B55"/>
                </a:solidFill>
              </a:rPr>
              <a:t>멈춰야</a:t>
            </a:r>
          </a:p>
          <a:p xmlns:a="http://schemas.openxmlformats.org/drawingml/2006/main">
            <a:pPr algn="l">
              <a:defRPr sz="4800" b="1" i="0">
                <a:solidFill>
                  <a:srgbClr val="172B55"/>
                </a:solidFill>
              </a:defRPr>
            </a:pPr>
            <a:r>
              <a:rPr sz="4800" b="1" i="0">
                <a:solidFill>
                  <a:srgbClr val="172B55"/>
                </a:solidFill>
              </a:rPr>
              <a:t>비로소 보이는</a:t>
            </a:r>
          </a:p>
          <a:p xmlns:a="http://schemas.openxmlformats.org/drawingml/2006/main">
            <a:pPr algn="l">
              <a:defRPr sz="4800" b="1" i="0">
                <a:solidFill>
                  <a:srgbClr val="172B55"/>
                </a:solidFill>
              </a:defRPr>
            </a:pPr>
            <a:r>
              <a:rPr sz="4800" b="1" i="0">
                <a:solidFill>
                  <a:srgbClr val="172B55"/>
                </a:solidFill>
              </a:rPr>
              <a:t>것들이 있다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7CE089B-89E8-4000-AF2C-7E996172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C4B3511-B14D-4ABE-B79E-DA2D8950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1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B31"/>
                </a:solidFill>
              </a:defRPr>
            </a:pPr>
            <a:r>
              <a:rPr sz="1725" b="0" i="0">
                <a:solidFill>
                  <a:srgbClr val="101B31"/>
                </a:solidFill>
              </a:rPr>
              <a:t>빠르게 흘러가는 일상 속에서</a:t>
            </a:r>
          </a:p>
          <a:p xmlns:a="http://schemas.openxmlformats.org/drawingml/2006/main">
            <a:pPr algn="l">
              <a:defRPr sz="1725" b="0" i="0">
                <a:solidFill>
                  <a:srgbClr val="101B31"/>
                </a:solidFill>
              </a:defRPr>
            </a:pPr>
            <a:r>
              <a:rPr sz="1725" b="0" i="0">
                <a:solidFill>
                  <a:srgbClr val="101B31"/>
                </a:solidFill>
              </a:rPr>
              <a:t>우리에게 필요한 것은 속도가 아니라 방향입니다.</a:t>
            </a:r>
          </a:p>
        </p:txBody>
      </p:sp>
      <p:sp>
        <p:nvSpPr>
          <p:cNvPr id="10" name="paper-note">
            <a:extLst xmlns:a="http://schemas.openxmlformats.org/drawingml/2006/main">
              <a:ext uri="{FF2B5EF4-FFF2-40B4-BE49-F238E27FC236}">
                <a16:creationId xmlns:a16="http://schemas.microsoft.com/office/drawing/2014/main" id="{DB9B8B94-EB7D-4D9F-9979-75660E35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525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8D0054-02FE-47E3-AE72-4A20C490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7155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01B31"/>
                </a:solidFill>
              </a:defRPr>
            </a:pPr>
            <a:r>
              <a:rPr sz="1650" b="0" i="1">
                <a:solidFill>
                  <a:srgbClr val="101B31"/>
                </a:solidFill>
              </a:rPr>
              <a:t>조금 느려도,</a:t>
            </a:r>
          </a:p>
          <a:p xmlns:a="http://schemas.openxmlformats.org/drawingml/2006/main">
            <a:pPr algn="ctr">
              <a:defRPr sz="1650" b="0" i="1">
                <a:solidFill>
                  <a:srgbClr val="101B31"/>
                </a:solidFill>
              </a:defRPr>
            </a:pPr>
            <a:r>
              <a:rPr sz="1650" b="0" i="1">
                <a:solidFill>
                  <a:srgbClr val="101B31"/>
                </a:solidFill>
              </a:rPr>
              <a:t>괜찮습니다.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D31A56BE-B233-45D6-AB0E-5DDE63D8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01B31"/>
                </a:solidFill>
              </a:defRPr>
            </a:pPr>
            <a:r>
              <a:rPr sz="900" b="0" i="0">
                <a:solidFill>
                  <a:srgbClr val="101B31"/>
                </a:solidFill>
              </a:rPr>
              <a:t>02 네이비 매거진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7049EAF-0DAD-4306-A436-F3C0102B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0795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F820D4-AC09-4AD6-9F56-29880A36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B31"/>
                </a:solidFill>
              </a:defRPr>
            </a:pPr>
            <a:r>
              <a:rPr sz="1125" b="1" i="0">
                <a:solidFill>
                  <a:srgbClr val="101B31"/>
                </a:solidFill>
              </a:rPr>
              <a:t>03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0186DD93-B8DE-4D7B-9CD0-9527787F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1B31"/>
                </a:solidFill>
              </a:defRPr>
            </a:pPr>
            <a:r>
              <a:rPr sz="1050" b="1" i="0">
                <a:solidFill>
                  <a:srgbClr val="101B31"/>
                </a:solidFill>
              </a:rPr>
              <a:t>KEY IDEAS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8DBE9C3-86F0-44F5-BFE7-D8DC6D07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645DC8FA-BF45-4C08-8EFA-BC277FF9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61FC77-0F74-4444-B39D-BB99320C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1B31"/>
                </a:solidFill>
              </a:defRPr>
            </a:pPr>
            <a:r>
              <a:rPr sz="4350" b="1" i="0">
                <a:solidFill>
                  <a:srgbClr val="101B31"/>
                </a:solidFill>
              </a:rPr>
              <a:t>핵심 주제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7F17E00B-09B9-48B8-811C-0181209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830790-2CB7-466D-A006-6906DCB5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2EA"/>
                </a:solidFill>
              </a:defRPr>
            </a:pPr>
            <a:r>
              <a:rPr sz="1650" b="1" i="0">
                <a:solidFill>
                  <a:srgbClr val="F5F2EA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C450FD-48BE-4972-91B2-DF21BE71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B31"/>
                </a:solidFill>
              </a:defRPr>
            </a:pPr>
            <a:r>
              <a:rPr sz="2100" b="1" i="0">
                <a:solidFill>
                  <a:srgbClr val="101B31"/>
                </a:solidFill>
              </a:rPr>
              <a:t>멈춤의 가치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7458FFB-4779-4247-A908-FD33A023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B31"/>
                </a:solidFill>
              </a:defRPr>
            </a:pPr>
            <a:r>
              <a:rPr sz="1425" b="0" i="0">
                <a:solidFill>
                  <a:srgbClr val="101B31"/>
                </a:solidFill>
              </a:rPr>
              <a:t>멈춤은 게으름이 아니라 더 깊이 보기 위한 방법입니다.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42DDD4E-CCE0-4A95-983B-B5A7D955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ber-2">
            <a:extLst xmlns:a="http://schemas.openxmlformats.org/drawingml/2006/main">
              <a:ext uri="{FF2B5EF4-FFF2-40B4-BE49-F238E27FC236}">
                <a16:creationId xmlns:a16="http://schemas.microsoft.com/office/drawing/2014/main" id="{BBAEA164-6C56-4728-8BBC-244E6D1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5F050D-E2B5-43C7-93EA-EEF77258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2EA"/>
                </a:solidFill>
              </a:defRPr>
            </a:pPr>
            <a:r>
              <a:rPr sz="1650" b="1" i="0">
                <a:solidFill>
                  <a:srgbClr val="F5F2EA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1CED677-C896-476F-ADE2-6C5917EE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B31"/>
                </a:solidFill>
              </a:defRPr>
            </a:pPr>
            <a:r>
              <a:rPr sz="2100" b="1" i="0">
                <a:solidFill>
                  <a:srgbClr val="101B31"/>
                </a:solidFill>
              </a:rPr>
              <a:t>시선의 전환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31AAB72-65D1-4E58-BA9E-E28E4775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B31"/>
                </a:solidFill>
              </a:defRPr>
            </a:pPr>
            <a:r>
              <a:rPr sz="1425" b="0" i="0">
                <a:solidFill>
                  <a:srgbClr val="101B31"/>
                </a:solidFill>
              </a:rPr>
              <a:t>익숙한 것을 낯설게 바라볼 때 새로운 의미가 시작됩니다.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4C86828D-D410-44E9-9010-C8D4967E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ber-3">
            <a:extLst xmlns:a="http://schemas.openxmlformats.org/drawingml/2006/main">
              <a:ext uri="{FF2B5EF4-FFF2-40B4-BE49-F238E27FC236}">
                <a16:creationId xmlns:a16="http://schemas.microsoft.com/office/drawing/2014/main" id="{43B9EDA4-983E-4BF7-95BC-C2555BAD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7768F22-A3AD-4284-A55D-369BEF77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62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2EA"/>
                </a:solidFill>
              </a:defRPr>
            </a:pPr>
            <a:r>
              <a:rPr sz="1650" b="1" i="0">
                <a:solidFill>
                  <a:srgbClr val="F5F2EA"/>
                </a:solidFill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1FC692C-3A21-40C2-993D-E9AF4C3B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00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B31"/>
                </a:solidFill>
              </a:defRPr>
            </a:pPr>
            <a:r>
              <a:rPr sz="2100" b="1" i="0">
                <a:solidFill>
                  <a:srgbClr val="101B31"/>
                </a:solidFill>
              </a:rPr>
              <a:t>나답게 살아가기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2A0D648-3F35-466A-B333-16B9A6A6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772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B31"/>
                </a:solidFill>
              </a:defRPr>
            </a:pPr>
            <a:r>
              <a:rPr sz="1425" b="0" i="0">
                <a:solidFill>
                  <a:srgbClr val="101B31"/>
                </a:solidFill>
              </a:rPr>
              <a:t>세상의 속도보다 나만의 리듬을 먼저 발견합니다.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1C8E386C-9FCD-42A6-B371-E9389D33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7630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heme-name">
            <a:extLst xmlns:a="http://schemas.openxmlformats.org/drawingml/2006/main">
              <a:ext uri="{FF2B5EF4-FFF2-40B4-BE49-F238E27FC236}">
                <a16:creationId xmlns:a16="http://schemas.microsoft.com/office/drawing/2014/main" id="{C470EA82-DB86-4C0B-9D5C-B8468CFA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01B31"/>
                </a:solidFill>
              </a:defRPr>
            </a:pPr>
            <a:r>
              <a:rPr sz="900" b="0" i="0">
                <a:solidFill>
                  <a:srgbClr val="101B31"/>
                </a:solidFill>
              </a:rPr>
              <a:t>02 네이비 매거진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1AFCE7F-EFA3-42AA-B8BF-C2EA8780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27319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A44043-1FD7-432E-A4CE-AD28764C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B31"/>
                </a:solidFill>
              </a:defRPr>
            </a:pPr>
            <a:r>
              <a:rPr sz="1125" b="1" i="0">
                <a:solidFill>
                  <a:srgbClr val="101B31"/>
                </a:solidFill>
              </a:rPr>
              <a:t>04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F129EB8F-150D-49B3-8755-FA988C79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1B31"/>
                </a:solidFill>
              </a:defRPr>
            </a:pPr>
            <a:r>
              <a:rPr sz="1050" b="1" i="0">
                <a:solidFill>
                  <a:srgbClr val="101B31"/>
                </a:solidFill>
              </a:rPr>
              <a:t>INSIGHT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4D86239-F46E-4445-AA43-45BE056C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CB2C63A-F36F-48DB-81D5-30B5C618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F42CBF-A1C5-4BA3-BA9E-2349D3FC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1B31"/>
                </a:solidFill>
              </a:defRPr>
            </a:pPr>
            <a:r>
              <a:rPr sz="4350" b="1" i="0">
                <a:solidFill>
                  <a:srgbClr val="101B31"/>
                </a:solidFill>
              </a:rPr>
              <a:t>우리는 너무 빨리</a:t>
            </a:r>
          </a:p>
          <a:p xmlns:a="http://schemas.openxmlformats.org/drawingml/2006/main">
            <a:pPr algn="l">
              <a:defRPr sz="4350" b="1" i="0">
                <a:solidFill>
                  <a:srgbClr val="101B31"/>
                </a:solidFill>
              </a:defRPr>
            </a:pPr>
            <a:r>
              <a:rPr sz="4350" b="1" i="0">
                <a:solidFill>
                  <a:srgbClr val="101B31"/>
                </a:solidFill>
              </a:rPr>
              <a:t>답을 찾는다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44881D3E-D4E7-43B1-96E7-E4CF9079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6AE921-8DAC-465D-B058-D9FA82FE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1B31"/>
                </a:solidFill>
              </a:defRPr>
            </a:pPr>
            <a:r>
              <a:rPr sz="1800" b="0" i="0">
                <a:solidFill>
                  <a:srgbClr val="101B31"/>
                </a:solidFill>
              </a:rPr>
              <a:t>문제가 생기면 곧바로 해결책부터 찾고,</a:t>
            </a:r>
          </a:p>
          <a:p xmlns:a="http://schemas.openxmlformats.org/drawingml/2006/main">
            <a:pPr algn="l">
              <a:defRPr sz="1800" b="0" i="0">
                <a:solidFill>
                  <a:srgbClr val="101B31"/>
                </a:solidFill>
              </a:defRPr>
            </a:pPr>
            <a:r>
              <a:rPr sz="1800" b="0" i="0">
                <a:solidFill>
                  <a:srgbClr val="101B31"/>
                </a:solidFill>
              </a:rPr>
              <a:t>불안하면 즉시 무언가를 하려 합니다.</a:t>
            </a:r>
          </a:p>
        </p:txBody>
      </p:sp>
      <p:sp>
        <p:nvSpPr>
          <p:cNvPr id="8" name="insight-block">
            <a:extLst xmlns:a="http://schemas.openxmlformats.org/drawingml/2006/main">
              <a:ext uri="{FF2B5EF4-FFF2-40B4-BE49-F238E27FC236}">
                <a16:creationId xmlns:a16="http://schemas.microsoft.com/office/drawing/2014/main" id="{D14D9CA6-3704-4C93-A1F7-EE6CE2CA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722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F7D32C-46C0-4D9E-B35D-AA5B37E5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096125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2EA"/>
                </a:solidFill>
              </a:defRPr>
            </a:pPr>
            <a:r>
              <a:rPr sz="2100" b="1" i="0">
                <a:solidFill>
                  <a:srgbClr val="F5F2EA"/>
                </a:solidFill>
              </a:rPr>
              <a:t>하지만 잠깐의 멈춤이</a:t>
            </a:r>
          </a:p>
          <a:p xmlns:a="http://schemas.openxmlformats.org/drawingml/2006/main">
            <a:pPr algn="l">
              <a:defRPr sz="2100" b="1" i="0">
                <a:solidFill>
                  <a:srgbClr val="F5F2EA"/>
                </a:solidFill>
              </a:defRPr>
            </a:pPr>
            <a:r>
              <a:rPr sz="2100" b="1" i="0">
                <a:solidFill>
                  <a:srgbClr val="F5F2EA"/>
                </a:solidFill>
              </a:rPr>
              <a:t>문제의 모양을</a:t>
            </a:r>
          </a:p>
          <a:p xmlns:a="http://schemas.openxmlformats.org/drawingml/2006/main">
            <a:pPr algn="l">
              <a:defRPr sz="2100" b="1" i="0">
                <a:solidFill>
                  <a:srgbClr val="F5F2EA"/>
                </a:solidFill>
              </a:defRPr>
            </a:pPr>
            <a:r>
              <a:rPr sz="2100" b="1" i="0">
                <a:solidFill>
                  <a:srgbClr val="F5F2EA"/>
                </a:solidFill>
              </a:rPr>
              <a:t>바꿔 놓기도 합니다.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A44DAC-621D-4C5F-81B8-B10ACFE6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B31"/>
                </a:solidFill>
              </a:defRPr>
            </a:pPr>
            <a:r>
              <a:rPr sz="2025" b="1" i="0">
                <a:solidFill>
                  <a:srgbClr val="101B31"/>
                </a:solidFill>
              </a:rPr>
              <a:t>생각의 틈은</a:t>
            </a:r>
          </a:p>
          <a:p xmlns:a="http://schemas.openxmlformats.org/drawingml/2006/main">
            <a:pPr algn="l">
              <a:defRPr sz="2025" b="1" i="0">
                <a:solidFill>
                  <a:srgbClr val="101B31"/>
                </a:solidFill>
              </a:defRPr>
            </a:pPr>
            <a:r>
              <a:rPr sz="2025" b="1" i="0">
                <a:solidFill>
                  <a:srgbClr val="101B31"/>
                </a:solidFill>
              </a:rPr>
              <a:t>더 나은 선택이 시작되는 공간입니다.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BDAB61EA-553D-4465-91BD-2AE6A301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01B31"/>
                </a:solidFill>
              </a:defRPr>
            </a:pPr>
            <a:r>
              <a:rPr sz="900" b="0" i="0">
                <a:solidFill>
                  <a:srgbClr val="101B31"/>
                </a:solidFill>
              </a:rPr>
              <a:t>02 네이비 매거진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FE3E62B-1497-472D-A2C4-147604A4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30031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03CD58-D40E-4E08-9106-A1AE3CC4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B31"/>
                </a:solidFill>
              </a:defRPr>
            </a:pPr>
            <a:r>
              <a:rPr sz="1125" b="1" i="0">
                <a:solidFill>
                  <a:srgbClr val="101B31"/>
                </a:solidFill>
              </a:rPr>
              <a:t>05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13547D25-A8CC-453D-89AB-3C6754CA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1B31"/>
                </a:solidFill>
              </a:defRPr>
            </a:pPr>
            <a:r>
              <a:rPr sz="1050" b="1" i="0">
                <a:solidFill>
                  <a:srgbClr val="101B31"/>
                </a:solidFill>
              </a:rPr>
              <a:t>QUOTATION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72D133C-1398-4C87-BCA0-F2134D4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ED4450C0-A3AE-4FBA-A32B-DFA09580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ote-paper">
            <a:extLst xmlns:a="http://schemas.openxmlformats.org/drawingml/2006/main">
              <a:ext uri="{FF2B5EF4-FFF2-40B4-BE49-F238E27FC236}">
                <a16:creationId xmlns:a16="http://schemas.microsoft.com/office/drawing/2014/main" id="{22886F80-104E-4FFA-9C90-D010066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8572500" cy="723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85FD4FC-D0E2-40CE-84FA-DB9D529A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D94C3D"/>
                </a:solidFill>
              </a:defRPr>
            </a:pPr>
            <a:r>
              <a:rPr sz="6450" b="1" i="0">
                <a:solidFill>
                  <a:srgbClr val="D94C3D"/>
                </a:solidFill>
              </a:rPr>
              <a:t>“</a:t>
            </a:r>
          </a:p>
        </p:txBody>
      </p:sp>
      <p:sp>
        <p:nvSpPr>
          <p:cNvPr id="7" name="quotation">
            <a:extLst xmlns:a="http://schemas.openxmlformats.org/drawingml/2006/main">
              <a:ext uri="{FF2B5EF4-FFF2-40B4-BE49-F238E27FC236}">
                <a16:creationId xmlns:a16="http://schemas.microsoft.com/office/drawing/2014/main" id="{1A22031B-DD01-4230-912C-7ADFE40D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676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01B31"/>
                </a:solidFill>
              </a:defRPr>
            </a:pPr>
            <a:r>
              <a:rPr sz="4800" b="1" i="0">
                <a:solidFill>
                  <a:srgbClr val="101B31"/>
                </a:solidFill>
              </a:rPr>
              <a:t>좋은 답은</a:t>
            </a:r>
          </a:p>
          <a:p xmlns:a="http://schemas.openxmlformats.org/drawingml/2006/main">
            <a:pPr algn="l">
              <a:defRPr sz="4800" b="1" i="0">
                <a:solidFill>
                  <a:srgbClr val="101B31"/>
                </a:solidFill>
              </a:defRPr>
            </a:pPr>
            <a:r>
              <a:rPr sz="4800" b="1" i="0">
                <a:solidFill>
                  <a:srgbClr val="101B31"/>
                </a:solidFill>
              </a:rPr>
              <a:t>언제나,</a:t>
            </a:r>
          </a:p>
          <a:p xmlns:a="http://schemas.openxmlformats.org/drawingml/2006/main">
            <a:pPr algn="l">
              <a:defRPr sz="4800" b="1" i="0">
                <a:solidFill>
                  <a:srgbClr val="101B31"/>
                </a:solidFill>
              </a:defRPr>
            </a:pPr>
            <a:r>
              <a:rPr sz="4800" b="1" i="0">
                <a:solidFill>
                  <a:srgbClr val="101B31"/>
                </a:solidFill>
              </a:rPr>
              <a:t>조금 느린 곳에 있다.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63ABCCCA-2BC2-4665-AD9A-C89311C6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3342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CF4CC00-14FD-47D7-A7D9-5CB78CC6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810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B31"/>
                </a:solidFill>
              </a:defRPr>
            </a:pPr>
            <a:r>
              <a:rPr sz="1575" b="0" i="0">
                <a:solidFill>
                  <a:srgbClr val="101B31"/>
                </a:solidFill>
              </a:rPr>
              <a:t>— 이도윤, 『도시의 다음 장』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B48CB41-AF2B-4B2E-9D32-93A1F013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B31"/>
                </a:solidFill>
              </a:defRPr>
            </a:pPr>
            <a:r>
              <a:rPr sz="1650" b="0" i="0">
                <a:solidFill>
                  <a:srgbClr val="101B31"/>
                </a:solidFill>
              </a:rPr>
              <a:t>서두르지 않는 시간이</a:t>
            </a:r>
          </a:p>
          <a:p xmlns:a="http://schemas.openxmlformats.org/drawingml/2006/main">
            <a:pPr algn="l">
              <a:defRPr sz="1650" b="0" i="0">
                <a:solidFill>
                  <a:srgbClr val="101B31"/>
                </a:solidFill>
              </a:defRPr>
            </a:pPr>
            <a:r>
              <a:rPr sz="1650" b="0" i="0">
                <a:solidFill>
                  <a:srgbClr val="101B31"/>
                </a:solidFill>
              </a:rPr>
              <a:t>오히려 더 정확한 방향으로 데려갑니다.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FE102A97-931A-4FD6-8018-672C2D88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01B31"/>
                </a:solidFill>
              </a:defRPr>
            </a:pPr>
            <a:r>
              <a:rPr sz="900" b="0" i="0">
                <a:solidFill>
                  <a:srgbClr val="101B31"/>
                </a:solidFill>
              </a:rPr>
              <a:t>02 네이비 매거진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82AA33F-92A9-4B33-81D4-318254A2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28678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52FE0D-6D08-4DE0-9F05-396E8ADE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B31"/>
                </a:solidFill>
              </a:defRPr>
            </a:pPr>
            <a:r>
              <a:rPr sz="1125" b="1" i="0">
                <a:solidFill>
                  <a:srgbClr val="101B31"/>
                </a:solidFill>
              </a:rPr>
              <a:t>06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534B6A90-34B0-4FAA-83E7-EB15EBAF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1B31"/>
                </a:solidFill>
              </a:defRPr>
            </a:pPr>
            <a:r>
              <a:rPr sz="1050" b="1" i="0">
                <a:solidFill>
                  <a:srgbClr val="101B31"/>
                </a:solidFill>
              </a:rPr>
              <a:t>MY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75D97E5-2303-4426-ADC8-2A5C22B6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901436D2-3865-4DBD-985C-B44EF44C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F58248-F275-45AF-950E-1DB3BCDB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1B31"/>
                </a:solidFill>
              </a:defRPr>
            </a:pPr>
            <a:r>
              <a:rPr sz="4350" b="1" i="0">
                <a:solidFill>
                  <a:srgbClr val="101B31"/>
                </a:solidFill>
              </a:rPr>
              <a:t>읽고 난 뒤</a:t>
            </a:r>
          </a:p>
        </p:txBody>
      </p:sp>
      <p:sp>
        <p:nvSpPr>
          <p:cNvPr id="6" name="review-1">
            <a:extLst xmlns:a="http://schemas.openxmlformats.org/drawingml/2006/main">
              <a:ext uri="{FF2B5EF4-FFF2-40B4-BE49-F238E27FC236}">
                <a16:creationId xmlns:a16="http://schemas.microsoft.com/office/drawing/2014/main" id="{1CCBCEE1-816C-4CAD-952B-4DF7FDBB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B31"/>
                </a:solidFill>
              </a:defRPr>
            </a:pPr>
            <a:r>
              <a:rPr sz="1950" b="0" i="0">
                <a:solidFill>
                  <a:srgbClr val="101B31"/>
                </a:solidFill>
              </a:rPr>
              <a:t>이 책을 덮고 나서 가장 크게 달라진 것은</a:t>
            </a:r>
          </a:p>
          <a:p xmlns:a="http://schemas.openxmlformats.org/drawingml/2006/main">
            <a:pPr algn="l">
              <a:defRPr sz="1950" b="0" i="0">
                <a:solidFill>
                  <a:srgbClr val="101B31"/>
                </a:solidFill>
              </a:defRPr>
            </a:pPr>
            <a:r>
              <a:rPr sz="1950" b="0" i="0">
                <a:solidFill>
                  <a:srgbClr val="101B31"/>
                </a:solidFill>
              </a:rPr>
              <a:t>‘조금 멈춰도 괜찮다’는 마음이었습니다.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8626720-DE50-4B3F-985E-A8DD2CAB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view-2">
            <a:extLst xmlns:a="http://schemas.openxmlformats.org/drawingml/2006/main">
              <a:ext uri="{FF2B5EF4-FFF2-40B4-BE49-F238E27FC236}">
                <a16:creationId xmlns:a16="http://schemas.microsoft.com/office/drawing/2014/main" id="{F79DA59D-5ABB-40C6-8134-0CDCC936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B31"/>
                </a:solidFill>
              </a:defRPr>
            </a:pPr>
            <a:r>
              <a:rPr sz="1950" b="0" i="0">
                <a:solidFill>
                  <a:srgbClr val="101B31"/>
                </a:solidFill>
              </a:rPr>
              <a:t>늘 더 빨리, 더 많이 하려던 마음이 가벼워졌고</a:t>
            </a:r>
          </a:p>
          <a:p xmlns:a="http://schemas.openxmlformats.org/drawingml/2006/main">
            <a:pPr algn="l">
              <a:defRPr sz="1950" b="0" i="0">
                <a:solidFill>
                  <a:srgbClr val="101B31"/>
                </a:solidFill>
              </a:defRPr>
            </a:pPr>
            <a:r>
              <a:rPr sz="1950" b="0" i="0">
                <a:solidFill>
                  <a:srgbClr val="101B31"/>
                </a:solidFill>
              </a:rPr>
              <a:t>지금 내가 정말 원하는 것이 무엇인지</a:t>
            </a:r>
          </a:p>
          <a:p xmlns:a="http://schemas.openxmlformats.org/drawingml/2006/main">
            <a:pPr algn="l">
              <a:defRPr sz="1950" b="0" i="0">
                <a:solidFill>
                  <a:srgbClr val="101B31"/>
                </a:solidFill>
              </a:defRPr>
            </a:pPr>
            <a:r>
              <a:rPr sz="1950" b="0" i="0">
                <a:solidFill>
                  <a:srgbClr val="101B31"/>
                </a:solidFill>
              </a:rPr>
              <a:t>다시 묻게 되었습니다.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88358D-68F5-4CE3-A528-861B517B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858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00" b="1" i="1">
                <a:solidFill>
                  <a:srgbClr val="172B55"/>
                </a:solidFill>
              </a:defRPr>
            </a:pPr>
            <a:r>
              <a:rPr sz="3000" b="1" i="1">
                <a:solidFill>
                  <a:srgbClr val="172B55"/>
                </a:solidFill>
              </a:rPr>
              <a:t>조금 멈춘 덕분에</a:t>
            </a:r>
          </a:p>
          <a:p xmlns:a="http://schemas.openxmlformats.org/drawingml/2006/main">
            <a:pPr algn="r">
              <a:defRPr sz="3000" b="1" i="1">
                <a:solidFill>
                  <a:srgbClr val="172B55"/>
                </a:solidFill>
              </a:defRPr>
            </a:pPr>
            <a:r>
              <a:rPr sz="3000" b="1" i="1">
                <a:solidFill>
                  <a:srgbClr val="172B55"/>
                </a:solidFill>
              </a:rPr>
              <a:t>조금 더 나답게.</a:t>
            </a:r>
          </a:p>
        </p:txBody>
      </p:sp>
      <p:sp>
        <p:nvSpPr>
          <p:cNvPr id="10" name="theme-name">
            <a:extLst xmlns:a="http://schemas.openxmlformats.org/drawingml/2006/main">
              <a:ext uri="{FF2B5EF4-FFF2-40B4-BE49-F238E27FC236}">
                <a16:creationId xmlns:a16="http://schemas.microsoft.com/office/drawing/2014/main" id="{7B5D63FE-6A46-4DC2-BFD9-F9E6FD5C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01B31"/>
                </a:solidFill>
              </a:defRPr>
            </a:pPr>
            <a:r>
              <a:rPr sz="900" b="0" i="0">
                <a:solidFill>
                  <a:srgbClr val="101B31"/>
                </a:solidFill>
              </a:rPr>
              <a:t>02 네이비 매거진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09A0DF3-ADFA-4D89-89D2-DFEC538C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64778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3ACDC0-F257-47AE-8A1F-EAA02AAE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B31"/>
                </a:solidFill>
              </a:defRPr>
            </a:pPr>
            <a:r>
              <a:rPr sz="1125" b="1" i="0">
                <a:solidFill>
                  <a:srgbClr val="101B31"/>
                </a:solidFill>
              </a:rPr>
              <a:t>07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4B6375EE-3DD0-4475-9D33-DEEBE058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1B31"/>
                </a:solidFill>
              </a:defRPr>
            </a:pPr>
            <a:r>
              <a:rPr sz="1050" b="1" i="0">
                <a:solidFill>
                  <a:srgbClr val="101B31"/>
                </a:solidFill>
              </a:rPr>
              <a:t>FOR YOU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0463D39-EB90-4DF4-A0E8-478D64D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C16D3757-7583-47E1-8788-EF29033C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55CB30-B06E-467C-9A74-BCA6C2C3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1B31"/>
                </a:solidFill>
              </a:defRPr>
            </a:pPr>
            <a:r>
              <a:rPr sz="4350" b="1" i="0">
                <a:solidFill>
                  <a:srgbClr val="101B31"/>
                </a:solidFill>
              </a:rPr>
              <a:t>이런 분께 추천해요</a:t>
            </a:r>
          </a:p>
        </p:txBody>
      </p:sp>
      <p:sp>
        <p:nvSpPr>
          <p:cNvPr id="6" name="number-✓">
            <a:extLst xmlns:a="http://schemas.openxmlformats.org/drawingml/2006/main">
              <a:ext uri="{FF2B5EF4-FFF2-40B4-BE49-F238E27FC236}">
                <a16:creationId xmlns:a16="http://schemas.microsoft.com/office/drawing/2014/main" id="{7903CAD2-0C02-4196-BD7A-838FFCDD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DE3A32C-C079-4902-B61B-F7ED83AF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2EA"/>
                </a:solidFill>
              </a:defRPr>
            </a:pPr>
            <a:r>
              <a:rPr sz="1650" b="1" i="0">
                <a:solidFill>
                  <a:srgbClr val="F5F2EA"/>
                </a:solidFill>
              </a:rPr>
              <a:t>✓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6BF7BC-6632-4024-BDA0-55E210FB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B31"/>
                </a:solidFill>
              </a:defRPr>
            </a:pPr>
            <a:r>
              <a:rPr sz="2100" b="1" i="0">
                <a:solidFill>
                  <a:srgbClr val="101B31"/>
                </a:solidFill>
              </a:rPr>
              <a:t>늘 바쁘게 살며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079A15-AD69-42C6-BD93-F990EA9B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B31"/>
                </a:solidFill>
              </a:defRPr>
            </a:pPr>
            <a:r>
              <a:rPr sz="1425" b="0" i="0">
                <a:solidFill>
                  <a:srgbClr val="101B31"/>
                </a:solidFill>
              </a:rPr>
              <a:t>마음의 여유를 잃었다고 느끼는 분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7299319C-9494-4A85-8D22-777B773C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ber-✓">
            <a:extLst xmlns:a="http://schemas.openxmlformats.org/drawingml/2006/main">
              <a:ext uri="{FF2B5EF4-FFF2-40B4-BE49-F238E27FC236}">
                <a16:creationId xmlns:a16="http://schemas.microsoft.com/office/drawing/2014/main" id="{32BB41AE-08C5-4BD7-8BA7-D9567D0B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00000A7-0F25-47C6-9B60-D4503000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2EA"/>
                </a:solidFill>
              </a:defRPr>
            </a:pPr>
            <a:r>
              <a:rPr sz="1650" b="1" i="0">
                <a:solidFill>
                  <a:srgbClr val="F5F2EA"/>
                </a:solidFill>
              </a:rPr>
              <a:t>✓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72DB0E2-D164-4133-BD0E-8D2CDB6D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B31"/>
                </a:solidFill>
              </a:defRPr>
            </a:pPr>
            <a:r>
              <a:rPr sz="2100" b="1" i="0">
                <a:solidFill>
                  <a:srgbClr val="101B31"/>
                </a:solidFill>
              </a:rPr>
              <a:t>지금의 속도가 맞는지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CC4642D-B1A6-438F-A686-122B5A8E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B31"/>
                </a:solidFill>
              </a:defRPr>
            </a:pPr>
            <a:r>
              <a:rPr sz="1425" b="0" i="0">
                <a:solidFill>
                  <a:srgbClr val="101B31"/>
                </a:solidFill>
              </a:rPr>
              <a:t>한 번쯤 고민해본 분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9DAEC7A-7DD0-4C0A-BCC8-262B6BA3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ber-✓">
            <a:extLst xmlns:a="http://schemas.openxmlformats.org/drawingml/2006/main">
              <a:ext uri="{FF2B5EF4-FFF2-40B4-BE49-F238E27FC236}">
                <a16:creationId xmlns:a16="http://schemas.microsoft.com/office/drawing/2014/main" id="{42F20920-6BAE-49B2-A8B0-1A8A5B25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15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B363E61-11CE-4E08-9042-62BDAAF7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58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2EA"/>
                </a:solidFill>
              </a:defRPr>
            </a:pPr>
            <a:r>
              <a:rPr sz="1650" b="1" i="0">
                <a:solidFill>
                  <a:srgbClr val="F5F2EA"/>
                </a:solidFill>
              </a:rPr>
              <a:t>✓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8FB6AA8-6311-412C-A29D-E7ED79C7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96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B31"/>
                </a:solidFill>
              </a:defRPr>
            </a:pPr>
            <a:r>
              <a:rPr sz="2100" b="1" i="0">
                <a:solidFill>
                  <a:srgbClr val="101B31"/>
                </a:solidFill>
              </a:rPr>
              <a:t>일상의 의미를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B6DB855-79D8-417B-AB4F-1F819EA3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724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B31"/>
                </a:solidFill>
              </a:defRPr>
            </a:pPr>
            <a:r>
              <a:rPr sz="1425" b="0" i="0">
                <a:solidFill>
                  <a:srgbClr val="101B31"/>
                </a:solidFill>
              </a:rPr>
              <a:t>다시 발견하고 싶은 분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8F33ECF6-00C7-42A8-A62C-ECB64B54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858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heme-name">
            <a:extLst xmlns:a="http://schemas.openxmlformats.org/drawingml/2006/main">
              <a:ext uri="{FF2B5EF4-FFF2-40B4-BE49-F238E27FC236}">
                <a16:creationId xmlns:a16="http://schemas.microsoft.com/office/drawing/2014/main" id="{402B2B08-BF2C-49E9-85E1-EE35CEE0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01B31"/>
                </a:solidFill>
              </a:defRPr>
            </a:pPr>
            <a:r>
              <a:rPr sz="900" b="0" i="0">
                <a:solidFill>
                  <a:srgbClr val="101B31"/>
                </a:solidFill>
              </a:rPr>
              <a:t>02 네이비 매거진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3A8F009-33E8-4F52-BD1A-FFB03685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09286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E674B7-B054-4595-8980-522737C0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B31"/>
                </a:solidFill>
              </a:defRPr>
            </a:pPr>
            <a:r>
              <a:rPr sz="1125" b="1" i="0">
                <a:solidFill>
                  <a:srgbClr val="101B31"/>
                </a:solidFill>
              </a:rPr>
              <a:t>08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F83E1C88-E6A2-4066-B88C-CAB002CA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1B31"/>
                </a:solidFill>
              </a:defRPr>
            </a:pPr>
            <a:r>
              <a:rPr sz="1050" b="1" i="0">
                <a:solidFill>
                  <a:srgbClr val="101B31"/>
                </a:solidFill>
              </a:rPr>
              <a:t>CLOSING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C07BAA-6CE4-4C0A-B1DB-20874F8E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12133FC8-F9B3-4A45-B259-E03C2A68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37E409-1D4A-44BA-A218-3E538DB1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01B31"/>
                </a:solidFill>
              </a:defRPr>
            </a:pPr>
            <a:r>
              <a:rPr sz="1800" b="0" i="0">
                <a:solidFill>
                  <a:srgbClr val="101B31"/>
                </a:solidFill>
              </a:rPr>
              <a:t>조금 멈추는 용기가,</a:t>
            </a:r>
          </a:p>
          <a:p xmlns:a="http://schemas.openxmlformats.org/drawingml/2006/main">
            <a:pPr algn="ctr">
              <a:defRPr sz="1800" b="0" i="0">
                <a:solidFill>
                  <a:srgbClr val="101B31"/>
                </a:solidFill>
              </a:defRPr>
            </a:pPr>
            <a:r>
              <a:rPr sz="1800" b="0" i="0">
                <a:solidFill>
                  <a:srgbClr val="101B31"/>
                </a:solidFill>
              </a:rPr>
              <a:t>더 좋은 오늘을 만듭니다.</a:t>
            </a:r>
          </a:p>
        </p:txBody>
      </p:sp>
      <p:sp>
        <p:nvSpPr>
          <p:cNvPr id="6" name="closing-question">
            <a:extLst xmlns:a="http://schemas.openxmlformats.org/drawingml/2006/main">
              <a:ext uri="{FF2B5EF4-FFF2-40B4-BE49-F238E27FC236}">
                <a16:creationId xmlns:a16="http://schemas.microsoft.com/office/drawing/2014/main" id="{D7B7C0C5-6E7E-4CDE-B1C2-ACDF3FDE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172B55"/>
                </a:solidFill>
              </a:defRPr>
            </a:pPr>
            <a:r>
              <a:rPr sz="4500" b="1" i="0">
                <a:solidFill>
                  <a:srgbClr val="172B55"/>
                </a:solidFill>
              </a:rPr>
              <a:t>당신에게 필요한</a:t>
            </a:r>
          </a:p>
          <a:p xmlns:a="http://schemas.openxmlformats.org/drawingml/2006/main">
            <a:pPr algn="ctr">
              <a:defRPr sz="4500" b="1" i="0">
                <a:solidFill>
                  <a:srgbClr val="172B55"/>
                </a:solidFill>
              </a:defRPr>
            </a:pPr>
            <a:r>
              <a:rPr sz="4500" b="1" i="0">
                <a:solidFill>
                  <a:srgbClr val="172B55"/>
                </a:solidFill>
              </a:rPr>
              <a:t>틈은 무엇인가요?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E2FA771-7723-4D61-A47D-88529E8D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34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D794832-186A-4BE7-A8C5-DE96E2CE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86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172B55"/>
                </a:solidFill>
              </a:defRPr>
            </a:pPr>
            <a:r>
              <a:rPr sz="4800" b="1" i="0">
                <a:solidFill>
                  <a:srgbClr val="172B55"/>
                </a:solidFill>
              </a:rPr>
              <a:t>★ ★ ★ ★ 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1D1F54-DD97-40E0-A8A4-CFB7946C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572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101B31"/>
                </a:solidFill>
              </a:defRPr>
            </a:pPr>
            <a:r>
              <a:rPr sz="4200" b="1" i="0">
                <a:solidFill>
                  <a:srgbClr val="101B31"/>
                </a:solidFill>
              </a:rPr>
              <a:t>4.5 / 5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071F4B-CABB-4831-A3B0-0FB31807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1B31"/>
                </a:solidFill>
              </a:defRPr>
            </a:pPr>
            <a:r>
              <a:rPr sz="1500" b="0" i="0">
                <a:solidFill>
                  <a:srgbClr val="101B31"/>
                </a:solidFill>
              </a:rPr>
              <a:t>저장해두고 다음 책을 고를 때 다시 확인하세요.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9C586786-1100-4465-99B0-489EEA1E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01B31"/>
                </a:solidFill>
              </a:defRPr>
            </a:pPr>
            <a:r>
              <a:rPr sz="900" b="0" i="0">
                <a:solidFill>
                  <a:srgbClr val="101B31"/>
                </a:solidFill>
              </a:rPr>
              <a:t>02 네이비 매거진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BECE36-8A24-4353-A6F4-9CC3D80F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82777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05988A-7463-44FC-A474-AA61B292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C680619C-A7F9-4F91-A276-2CBDE8E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BOOK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9E30215-DC34-43BA-99F8-4C0AD5A7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3C7DB298-E043-463A-AAEF-023C471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14C12A08-086A-444E-AFFA-DEB74155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191750"/>
            <a:ext cx="457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6A2B0430-154C-4698-8A8D-69C92584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실행을 만드는 가장 현실적인 방법</a:t>
            </a:r>
          </a:p>
        </p:txBody>
      </p:sp>
      <p:sp>
        <p:nvSpPr>
          <p:cNvPr id="7" name="book-title">
            <a:extLst xmlns:a="http://schemas.openxmlformats.org/drawingml/2006/main">
              <a:ext uri="{FF2B5EF4-FFF2-40B4-BE49-F238E27FC236}">
                <a16:creationId xmlns:a16="http://schemas.microsoft.com/office/drawing/2014/main" id="{79F236D0-EE66-495C-BFF8-053A08CA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947D1"/>
                </a:solidFill>
              </a:defRPr>
            </a:pPr>
            <a:r>
              <a:rPr sz="5700" b="1" i="0">
                <a:solidFill>
                  <a:srgbClr val="1947D1"/>
                </a:solidFill>
              </a:rPr>
              <a:t>작게 시작하는 힘</a:t>
            </a:r>
          </a:p>
        </p:txBody>
      </p:sp>
      <p:sp>
        <p:nvSpPr>
          <p:cNvPr id="8" name="book-cover">
            <a:extLst xmlns:a="http://schemas.openxmlformats.org/drawingml/2006/main">
              <a:ext uri="{FF2B5EF4-FFF2-40B4-BE49-F238E27FC236}">
                <a16:creationId xmlns:a16="http://schemas.microsoft.com/office/drawing/2014/main" id="{E46BFA59-5E46-4686-97C6-51B5098C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5524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10EE1C0-5593-4AB2-ACB3-0B189DC4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F6F2E8"/>
                </a:solidFill>
              </a:defRPr>
            </a:pPr>
            <a:r>
              <a:rPr sz="3750" b="1" i="0">
                <a:solidFill>
                  <a:srgbClr val="F6F2E8"/>
                </a:solidFill>
              </a:rPr>
              <a:t>작게 시작하는 힘</a:t>
            </a:r>
          </a:p>
        </p:txBody>
      </p:sp>
      <p:sp>
        <p:nvSpPr>
          <p:cNvPr id="10" name="cover-symbol">
            <a:extLst xmlns:a="http://schemas.openxmlformats.org/drawingml/2006/main">
              <a:ext uri="{FF2B5EF4-FFF2-40B4-BE49-F238E27FC236}">
                <a16:creationId xmlns:a16="http://schemas.microsoft.com/office/drawing/2014/main" id="{FD3ECC62-0C9E-4F25-99F9-9D9EC486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00087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FB58427-5B3B-4192-8A95-42C1761E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저자  박서진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DF90CEC-D508-44BA-869F-4D39FE9B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9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FF6B35"/>
                </a:solidFill>
              </a:defRPr>
            </a:pPr>
            <a:r>
              <a:rPr sz="1575" b="1" i="0">
                <a:solidFill>
                  <a:srgbClr val="FF6B35"/>
                </a:solidFill>
              </a:rPr>
              <a:t>별점  4.5 / 5</a:t>
            </a:r>
          </a:p>
        </p:txBody>
      </p:sp>
      <p:sp>
        <p:nvSpPr>
          <p:cNvPr id="13" name="theme-name">
            <a:extLst xmlns:a="http://schemas.openxmlformats.org/drawingml/2006/main">
              <a:ext uri="{FF2B5EF4-FFF2-40B4-BE49-F238E27FC236}">
                <a16:creationId xmlns:a16="http://schemas.microsoft.com/office/drawing/2014/main" id="{039BF2C2-D79C-410B-92C5-2DD7532C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03 코발트 모던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43400CE-6CE6-44C9-842E-E0CB860E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68390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D0E2FE-15EA-45C9-AC7A-8254A14C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EEAD39AD-7186-4AA1-B0F4-2ADF0A0E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ONE LINE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9EB5F63-9DD9-45CC-9141-1B20143D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F7D792F0-6D41-48FA-AE9A-FCCCE92A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7052B7E9-AE9B-4665-839E-B63E026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191750"/>
            <a:ext cx="457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F2BEF1-7C77-4023-8026-36E75AE5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이 책을 한 문장으로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827C92-89DD-4FE6-8E32-2A911BB5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0" b="1" i="0">
                <a:solidFill>
                  <a:srgbClr val="FF6B35"/>
                </a:solidFill>
              </a:defRPr>
            </a:pPr>
            <a:r>
              <a:rPr sz="6300" b="1" i="0">
                <a:solidFill>
                  <a:srgbClr val="FF6B35"/>
                </a:solidFill>
              </a:rPr>
              <a:t>“</a:t>
            </a:r>
          </a:p>
        </p:txBody>
      </p:sp>
      <p:sp>
        <p:nvSpPr>
          <p:cNvPr id="8" name="hero-quote">
            <a:extLst xmlns:a="http://schemas.openxmlformats.org/drawingml/2006/main">
              <a:ext uri="{FF2B5EF4-FFF2-40B4-BE49-F238E27FC236}">
                <a16:creationId xmlns:a16="http://schemas.microsoft.com/office/drawing/2014/main" id="{A071DE64-3302-4C43-AB6B-66C6953A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947D1"/>
                </a:solidFill>
              </a:defRPr>
            </a:pPr>
            <a:r>
              <a:rPr sz="4800" b="1" i="0">
                <a:solidFill>
                  <a:srgbClr val="1947D1"/>
                </a:solidFill>
              </a:rPr>
              <a:t>멈춰야</a:t>
            </a:r>
          </a:p>
          <a:p xmlns:a="http://schemas.openxmlformats.org/drawingml/2006/main">
            <a:pPr algn="l">
              <a:defRPr sz="4800" b="1" i="0">
                <a:solidFill>
                  <a:srgbClr val="1947D1"/>
                </a:solidFill>
              </a:defRPr>
            </a:pPr>
            <a:r>
              <a:rPr sz="4800" b="1" i="0">
                <a:solidFill>
                  <a:srgbClr val="1947D1"/>
                </a:solidFill>
              </a:rPr>
              <a:t>비로소 보이는</a:t>
            </a:r>
          </a:p>
          <a:p xmlns:a="http://schemas.openxmlformats.org/drawingml/2006/main">
            <a:pPr algn="l">
              <a:defRPr sz="4800" b="1" i="0">
                <a:solidFill>
                  <a:srgbClr val="1947D1"/>
                </a:solidFill>
              </a:defRPr>
            </a:pPr>
            <a:r>
              <a:rPr sz="4800" b="1" i="0">
                <a:solidFill>
                  <a:srgbClr val="1947D1"/>
                </a:solidFill>
              </a:rPr>
              <a:t>것들이 있다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44078E09-78F8-43F3-BCD8-6312B941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551291-7F9D-4B17-82A4-B840DCA3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1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빠르게 흘러가는 일상 속에서</a:t>
            </a:r>
          </a:p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우리에게 필요한 것은 속도가 아니라 방향입니다.</a:t>
            </a:r>
          </a:p>
        </p:txBody>
      </p:sp>
      <p:sp>
        <p:nvSpPr>
          <p:cNvPr id="11" name="paper-note">
            <a:extLst xmlns:a="http://schemas.openxmlformats.org/drawingml/2006/main">
              <a:ext uri="{FF2B5EF4-FFF2-40B4-BE49-F238E27FC236}">
                <a16:creationId xmlns:a16="http://schemas.microsoft.com/office/drawing/2014/main" id="{3BA900A2-C2CA-4D93-AA3E-01B4D3D3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525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2B7B39-D15F-4080-8AFE-ECB5AB26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7155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11111"/>
                </a:solidFill>
              </a:defRPr>
            </a:pPr>
            <a:r>
              <a:rPr sz="1650" b="0" i="1">
                <a:solidFill>
                  <a:srgbClr val="111111"/>
                </a:solidFill>
              </a:rPr>
              <a:t>조금 느려도,</a:t>
            </a:r>
          </a:p>
          <a:p xmlns:a="http://schemas.openxmlformats.org/drawingml/2006/main">
            <a:pPr algn="ctr">
              <a:defRPr sz="1650" b="0" i="1">
                <a:solidFill>
                  <a:srgbClr val="111111"/>
                </a:solidFill>
              </a:defRPr>
            </a:pPr>
            <a:r>
              <a:rPr sz="1650" b="0" i="1">
                <a:solidFill>
                  <a:srgbClr val="111111"/>
                </a:solidFill>
              </a:rPr>
              <a:t>괜찮습니다.</a:t>
            </a:r>
          </a:p>
        </p:txBody>
      </p:sp>
      <p:sp>
        <p:nvSpPr>
          <p:cNvPr id="13" name="theme-name">
            <a:extLst xmlns:a="http://schemas.openxmlformats.org/drawingml/2006/main">
              <a:ext uri="{FF2B5EF4-FFF2-40B4-BE49-F238E27FC236}">
                <a16:creationId xmlns:a16="http://schemas.microsoft.com/office/drawing/2014/main" id="{366AFA9F-FFFA-40CA-8251-5B21FAD6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03 코발트 모던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568DD6-4D0C-4906-83ED-32A8AA17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70894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653723-DF43-419F-93EC-40A85972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D8FA83ED-9481-46F2-AC15-AB7D27E6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KEY IDEAS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3D7B214-26EA-467A-894B-8B221F06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C64F063B-C87C-44D6-BD9C-C0C9062B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22410F73-02F9-413D-9610-8DEAA5BC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191750"/>
            <a:ext cx="457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99037C-6795-4644-8EEC-0314D542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핵심 주제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51C3FDA7-B239-4861-BBCD-F5631247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0D0EEE-C88F-477C-9561-72D7F765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6F2E8"/>
                </a:solidFill>
              </a:defRPr>
            </a:pPr>
            <a:r>
              <a:rPr sz="1650" b="1" i="0">
                <a:solidFill>
                  <a:srgbClr val="F6F2E8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7F6735-6D09-458B-A0CD-FCFAF202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멈춤의 가치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89AF83-B87F-4020-8B24-DF16FEC7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멈춤은 게으름이 아니라 더 깊이 보기 위한 방법입니다.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627ADCB8-62C8-415B-856D-794EC709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ber-2">
            <a:extLst xmlns:a="http://schemas.openxmlformats.org/drawingml/2006/main">
              <a:ext uri="{FF2B5EF4-FFF2-40B4-BE49-F238E27FC236}">
                <a16:creationId xmlns:a16="http://schemas.microsoft.com/office/drawing/2014/main" id="{1D03DE90-33B8-4727-9FF0-CEC98148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AC9BA47-2DAE-4A2B-B3C0-45EC2168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6F2E8"/>
                </a:solidFill>
              </a:defRPr>
            </a:pPr>
            <a:r>
              <a:rPr sz="1650" b="1" i="0">
                <a:solidFill>
                  <a:srgbClr val="F6F2E8"/>
                </a:solidFill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62AA0BF-BE67-496E-B0AA-EEB11D32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시선의 전환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1F30EA4-0277-4A63-AFF2-B18B7592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익숙한 것을 낯설게 바라볼 때 새로운 의미가 시작됩니다.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F302B36E-3370-456D-939A-06A6E775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umber-3">
            <a:extLst xmlns:a="http://schemas.openxmlformats.org/drawingml/2006/main">
              <a:ext uri="{FF2B5EF4-FFF2-40B4-BE49-F238E27FC236}">
                <a16:creationId xmlns:a16="http://schemas.microsoft.com/office/drawing/2014/main" id="{579791F0-1E94-4FC7-AF36-6DDC275F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2D189E6-0BFC-43C9-BB4B-16055392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62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6F2E8"/>
                </a:solidFill>
              </a:defRPr>
            </a:pPr>
            <a:r>
              <a:rPr sz="1650" b="1" i="0">
                <a:solidFill>
                  <a:srgbClr val="F6F2E8"/>
                </a:solidFill>
              </a:rPr>
              <a:t>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51D8FD-5DB8-40EE-8905-DCD6BB04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00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나답게 살아가기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12986C5-AD3C-4189-BCBC-87412EE0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772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세상의 속도보다 나만의 리듬을 먼저 발견합니다.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953AB6D0-12A5-4FAE-95C2-D36F362D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7630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heme-name">
            <a:extLst xmlns:a="http://schemas.openxmlformats.org/drawingml/2006/main">
              <a:ext uri="{FF2B5EF4-FFF2-40B4-BE49-F238E27FC236}">
                <a16:creationId xmlns:a16="http://schemas.microsoft.com/office/drawing/2014/main" id="{C16D33CB-DD93-4BA2-8E68-0B59982B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03 코발트 모던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2AD5C3-9AA1-42F1-965E-CE46BA74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55826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B1CF66-D7E3-426F-82A8-B6058DB7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7AFF0734-AB70-4133-8251-BC98D8C6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INSIGHT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4B168EA-BA7D-4AD2-AE9F-1914AF0A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A922A96B-76F4-4B80-B16D-391AE8E4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7AD232A4-149E-47B3-837F-2607B2E0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191750"/>
            <a:ext cx="457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2068A1-0F66-4735-9459-8C8CC46C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우리는 너무 빨리</a:t>
            </a:r>
          </a:p>
          <a:p xmlns:a="http://schemas.openxmlformats.org/drawingml/2006/main"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답을 찾는다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E308F796-C3AC-4347-9E96-1D50A7A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4B201F-52FC-451B-974D-AA61F604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문제가 생기면 곧바로 해결책부터 찾고,</a:t>
            </a:r>
          </a:p>
          <a:p xmlns:a="http://schemas.openxmlformats.org/drawingml/2006/main">
            <a:pPr algn="l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불안하면 즉시 무언가를 하려 합니다.</a:t>
            </a:r>
          </a:p>
        </p:txBody>
      </p:sp>
      <p:sp>
        <p:nvSpPr>
          <p:cNvPr id="9" name="insight-block">
            <a:extLst xmlns:a="http://schemas.openxmlformats.org/drawingml/2006/main">
              <a:ext uri="{FF2B5EF4-FFF2-40B4-BE49-F238E27FC236}">
                <a16:creationId xmlns:a16="http://schemas.microsoft.com/office/drawing/2014/main" id="{F785F83F-5205-436B-AFE4-59A4008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722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934AE58-A684-4813-9A85-271016FF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096125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6F2E8"/>
                </a:solidFill>
              </a:defRPr>
            </a:pPr>
            <a:r>
              <a:rPr sz="2100" b="1" i="0">
                <a:solidFill>
                  <a:srgbClr val="F6F2E8"/>
                </a:solidFill>
              </a:rPr>
              <a:t>하지만 잠깐의 멈춤이</a:t>
            </a:r>
          </a:p>
          <a:p xmlns:a="http://schemas.openxmlformats.org/drawingml/2006/main">
            <a:pPr algn="l">
              <a:defRPr sz="2100" b="1" i="0">
                <a:solidFill>
                  <a:srgbClr val="F6F2E8"/>
                </a:solidFill>
              </a:defRPr>
            </a:pPr>
            <a:r>
              <a:rPr sz="2100" b="1" i="0">
                <a:solidFill>
                  <a:srgbClr val="F6F2E8"/>
                </a:solidFill>
              </a:rPr>
              <a:t>문제의 모양을</a:t>
            </a:r>
          </a:p>
          <a:p xmlns:a="http://schemas.openxmlformats.org/drawingml/2006/main">
            <a:pPr algn="l">
              <a:defRPr sz="2100" b="1" i="0">
                <a:solidFill>
                  <a:srgbClr val="F6F2E8"/>
                </a:solidFill>
              </a:defRPr>
            </a:pPr>
            <a:r>
              <a:rPr sz="2100" b="1" i="0">
                <a:solidFill>
                  <a:srgbClr val="F6F2E8"/>
                </a:solidFill>
              </a:rPr>
              <a:t>바꿔 놓기도 합니다.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880AD44-7202-451A-A072-26786742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</a:defRPr>
            </a:pPr>
            <a:r>
              <a:rPr sz="2025" b="1" i="0">
                <a:solidFill>
                  <a:srgbClr val="111111"/>
                </a:solidFill>
              </a:rPr>
              <a:t>생각의 틈은</a:t>
            </a:r>
          </a:p>
          <a:p xmlns:a="http://schemas.openxmlformats.org/drawingml/2006/main">
            <a:pPr algn="l">
              <a:defRPr sz="2025" b="1" i="0">
                <a:solidFill>
                  <a:srgbClr val="111111"/>
                </a:solidFill>
              </a:defRPr>
            </a:pPr>
            <a:r>
              <a:rPr sz="2025" b="1" i="0">
                <a:solidFill>
                  <a:srgbClr val="111111"/>
                </a:solidFill>
              </a:rPr>
              <a:t>더 나은 선택이 시작되는 공간입니다.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7160D12B-09CA-41B6-8A2F-35EE1C8D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03 코발트 모던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2DA0670-2CA6-4269-98F6-3D8F609F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58544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3503BB-CE9E-4EB7-8B99-6E79FE38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05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48A7FD01-12BE-433A-8ACF-14FF2613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QUOTATION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CAAB007-9902-430E-A540-2DA393A6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6F82E5C3-4DE6-4621-9B9F-2447C2F9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DF12E86D-5C95-4617-8012-AF274684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191750"/>
            <a:ext cx="457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quote-paper">
            <a:extLst xmlns:a="http://schemas.openxmlformats.org/drawingml/2006/main">
              <a:ext uri="{FF2B5EF4-FFF2-40B4-BE49-F238E27FC236}">
                <a16:creationId xmlns:a16="http://schemas.microsoft.com/office/drawing/2014/main" id="{AA1C9D18-E5F8-4764-AE1F-46B3A8C0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8572500" cy="723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1A62D06-F50A-45FB-ADBE-13E2A4A5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FF6B35"/>
                </a:solidFill>
              </a:defRPr>
            </a:pPr>
            <a:r>
              <a:rPr sz="6450" b="1" i="0">
                <a:solidFill>
                  <a:srgbClr val="FF6B35"/>
                </a:solidFill>
              </a:rPr>
              <a:t>“</a:t>
            </a:r>
          </a:p>
        </p:txBody>
      </p:sp>
      <p:sp>
        <p:nvSpPr>
          <p:cNvPr id="8" name="quotation">
            <a:extLst xmlns:a="http://schemas.openxmlformats.org/drawingml/2006/main">
              <a:ext uri="{FF2B5EF4-FFF2-40B4-BE49-F238E27FC236}">
                <a16:creationId xmlns:a16="http://schemas.microsoft.com/office/drawing/2014/main" id="{844F536A-0D18-46D2-BE4E-F350AD89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676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11111"/>
                </a:solidFill>
              </a:defRPr>
            </a:pPr>
            <a:r>
              <a:rPr sz="4800" b="1" i="0">
                <a:solidFill>
                  <a:srgbClr val="111111"/>
                </a:solidFill>
              </a:rPr>
              <a:t>좋은 답은</a:t>
            </a:r>
          </a:p>
          <a:p xmlns:a="http://schemas.openxmlformats.org/drawingml/2006/main">
            <a:pPr algn="l">
              <a:defRPr sz="4800" b="1" i="0">
                <a:solidFill>
                  <a:srgbClr val="111111"/>
                </a:solidFill>
              </a:defRPr>
            </a:pPr>
            <a:r>
              <a:rPr sz="4800" b="1" i="0">
                <a:solidFill>
                  <a:srgbClr val="111111"/>
                </a:solidFill>
              </a:rPr>
              <a:t>언제나,</a:t>
            </a:r>
          </a:p>
          <a:p xmlns:a="http://schemas.openxmlformats.org/drawingml/2006/main">
            <a:pPr algn="l">
              <a:defRPr sz="4800" b="1" i="0">
                <a:solidFill>
                  <a:srgbClr val="111111"/>
                </a:solidFill>
              </a:defRPr>
            </a:pPr>
            <a:r>
              <a:rPr sz="4800" b="1" i="0">
                <a:solidFill>
                  <a:srgbClr val="111111"/>
                </a:solidFill>
              </a:rPr>
              <a:t>조금 느린 곳에 있다.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9FAFF953-5D08-4ECA-A4D8-DA6A7F83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3342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A9B49F-363F-42A4-BC9C-470D0284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810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— 박서진, 『작게 시작하는 힘』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B67D064-DDB9-4EC5-8A72-5C2766CD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서두르지 않는 시간이</a:t>
            </a:r>
          </a:p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오히려 더 정확한 방향으로 데려갑니다.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D37FBA0C-BE97-40C4-BF85-26009965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03 코발트 모던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E79EA39-395E-4877-8D65-BEBF06AD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06256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E8739A-1C89-4ACA-8B31-2AED294C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06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E3B52516-6A91-442A-8198-E1B2BB63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MY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0F873F6-578A-4940-A2AD-EA7FBA0E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BDBE6372-CAFC-4F54-B728-7DCD5569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2EC0C22F-231E-4E69-8473-3DBE7985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191750"/>
            <a:ext cx="457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5A0BAC-B790-4D15-A860-834CCD7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읽고 난 뒤</a:t>
            </a:r>
          </a:p>
        </p:txBody>
      </p:sp>
      <p:sp>
        <p:nvSpPr>
          <p:cNvPr id="7" name="review-1">
            <a:extLst xmlns:a="http://schemas.openxmlformats.org/drawingml/2006/main">
              <a:ext uri="{FF2B5EF4-FFF2-40B4-BE49-F238E27FC236}">
                <a16:creationId xmlns:a16="http://schemas.microsoft.com/office/drawing/2014/main" id="{66EC0FAE-0676-47C2-99C5-9239AE84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111"/>
                </a:solidFill>
              </a:defRPr>
            </a:pPr>
            <a:r>
              <a:rPr sz="1950" b="0" i="0">
                <a:solidFill>
                  <a:srgbClr val="111111"/>
                </a:solidFill>
              </a:rPr>
              <a:t>이 책을 덮고 나서 가장 크게 달라진 것은</a:t>
            </a:r>
          </a:p>
          <a:p xmlns:a="http://schemas.openxmlformats.org/drawingml/2006/main">
            <a:pPr algn="l">
              <a:defRPr sz="1950" b="0" i="0">
                <a:solidFill>
                  <a:srgbClr val="111111"/>
                </a:solidFill>
              </a:defRPr>
            </a:pPr>
            <a:r>
              <a:rPr sz="1950" b="0" i="0">
                <a:solidFill>
                  <a:srgbClr val="111111"/>
                </a:solidFill>
              </a:rPr>
              <a:t>‘조금 멈춰도 괜찮다’는 마음이었습니다.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B4F2C649-8DAB-4F98-9DA4-8F1A466D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view-2">
            <a:extLst xmlns:a="http://schemas.openxmlformats.org/drawingml/2006/main">
              <a:ext uri="{FF2B5EF4-FFF2-40B4-BE49-F238E27FC236}">
                <a16:creationId xmlns:a16="http://schemas.microsoft.com/office/drawing/2014/main" id="{AC1B0597-6A90-4CBC-97A0-DBC4C5C1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111"/>
                </a:solidFill>
              </a:defRPr>
            </a:pPr>
            <a:r>
              <a:rPr sz="1950" b="0" i="0">
                <a:solidFill>
                  <a:srgbClr val="111111"/>
                </a:solidFill>
              </a:rPr>
              <a:t>늘 더 빨리, 더 많이 하려던 마음이 가벼워졌고</a:t>
            </a:r>
          </a:p>
          <a:p xmlns:a="http://schemas.openxmlformats.org/drawingml/2006/main">
            <a:pPr algn="l">
              <a:defRPr sz="1950" b="0" i="0">
                <a:solidFill>
                  <a:srgbClr val="111111"/>
                </a:solidFill>
              </a:defRPr>
            </a:pPr>
            <a:r>
              <a:rPr sz="1950" b="0" i="0">
                <a:solidFill>
                  <a:srgbClr val="111111"/>
                </a:solidFill>
              </a:rPr>
              <a:t>지금 내가 정말 원하는 것이 무엇인지</a:t>
            </a:r>
          </a:p>
          <a:p xmlns:a="http://schemas.openxmlformats.org/drawingml/2006/main">
            <a:pPr algn="l">
              <a:defRPr sz="1950" b="0" i="0">
                <a:solidFill>
                  <a:srgbClr val="111111"/>
                </a:solidFill>
              </a:defRPr>
            </a:pPr>
            <a:r>
              <a:rPr sz="1950" b="0" i="0">
                <a:solidFill>
                  <a:srgbClr val="111111"/>
                </a:solidFill>
              </a:rPr>
              <a:t>다시 묻게 되었습니다.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116153-7CEE-45F4-A648-E905CB6A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858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00" b="1" i="1">
                <a:solidFill>
                  <a:srgbClr val="1947D1"/>
                </a:solidFill>
              </a:defRPr>
            </a:pPr>
            <a:r>
              <a:rPr sz="3000" b="1" i="1">
                <a:solidFill>
                  <a:srgbClr val="1947D1"/>
                </a:solidFill>
              </a:rPr>
              <a:t>조금 멈춘 덕분에</a:t>
            </a:r>
          </a:p>
          <a:p xmlns:a="http://schemas.openxmlformats.org/drawingml/2006/main">
            <a:pPr algn="r">
              <a:defRPr sz="3000" b="1" i="1">
                <a:solidFill>
                  <a:srgbClr val="1947D1"/>
                </a:solidFill>
              </a:defRPr>
            </a:pPr>
            <a:r>
              <a:rPr sz="3000" b="1" i="1">
                <a:solidFill>
                  <a:srgbClr val="1947D1"/>
                </a:solidFill>
              </a:rPr>
              <a:t>조금 더 나답게.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C74CD223-2DEA-4D5F-BF77-FB7BA6FC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03 코발트 모던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E8C7734-B319-4211-9AE9-28EDD4FB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96770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06F3E0-3D01-481C-B73E-8125CD18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07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F9FF1511-833C-4405-8C35-04627FB5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FOR YOU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6A8E495-5FFF-400B-8C28-D923E894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8B98CD04-8B9E-42B5-8628-85642F0A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708997B0-95C6-45B1-953F-4B6FAF57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191750"/>
            <a:ext cx="457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C2CF72-B4BC-42E8-8AF9-E3FC44B6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이런 분께 추천해요</a:t>
            </a:r>
          </a:p>
        </p:txBody>
      </p:sp>
      <p:sp>
        <p:nvSpPr>
          <p:cNvPr id="7" name="number-✓">
            <a:extLst xmlns:a="http://schemas.openxmlformats.org/drawingml/2006/main">
              <a:ext uri="{FF2B5EF4-FFF2-40B4-BE49-F238E27FC236}">
                <a16:creationId xmlns:a16="http://schemas.microsoft.com/office/drawing/2014/main" id="{50272542-5263-4812-BB8D-8B82D0C3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D1A847-0753-43E7-A1A5-10210CA1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6F2E8"/>
                </a:solidFill>
              </a:defRPr>
            </a:pPr>
            <a:r>
              <a:rPr sz="1650" b="1" i="0">
                <a:solidFill>
                  <a:srgbClr val="F6F2E8"/>
                </a:solidFill>
              </a:rPr>
              <a:t>✓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97746EA-54F5-40F9-9FE9-995FD98D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늘 바쁘게 살며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9F6FC6-3D1B-4E67-8FB0-72D925A6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마음의 여유를 잃었다고 느끼는 분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9578317-C158-47BD-9494-FFE750B9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ber-✓">
            <a:extLst xmlns:a="http://schemas.openxmlformats.org/drawingml/2006/main">
              <a:ext uri="{FF2B5EF4-FFF2-40B4-BE49-F238E27FC236}">
                <a16:creationId xmlns:a16="http://schemas.microsoft.com/office/drawing/2014/main" id="{53C4D7C4-44F0-459E-A2D8-2A2A02E8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78DEDB-3AA7-40B7-A760-EA2C2CF7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6F2E8"/>
                </a:solidFill>
              </a:defRPr>
            </a:pPr>
            <a:r>
              <a:rPr sz="1650" b="1" i="0">
                <a:solidFill>
                  <a:srgbClr val="F6F2E8"/>
                </a:solidFill>
              </a:rPr>
              <a:t>✓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0510E35-F972-4E92-AA7C-D325951F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지금의 속도가 맞는지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7A6AB39-0A20-4890-8C12-583FCE51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한 번쯤 고민해본 분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6C18C35D-1630-4506-8A35-5F448DFD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umber-✓">
            <a:extLst xmlns:a="http://schemas.openxmlformats.org/drawingml/2006/main">
              <a:ext uri="{FF2B5EF4-FFF2-40B4-BE49-F238E27FC236}">
                <a16:creationId xmlns:a16="http://schemas.microsoft.com/office/drawing/2014/main" id="{63D46697-59BE-4213-9E08-A6989B55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15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19155DA-D536-46B5-8A18-4D083F15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58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6F2E8"/>
                </a:solidFill>
              </a:defRPr>
            </a:pPr>
            <a:r>
              <a:rPr sz="1650" b="1" i="0">
                <a:solidFill>
                  <a:srgbClr val="F6F2E8"/>
                </a:solidFill>
              </a:rPr>
              <a:t>✓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136EDD6-60A0-46B1-A8A9-98892B11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96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일상의 의미를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412E80A-4D8F-4D8B-8CFC-B8FCA7A2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724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다시 발견하고 싶은 분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A2F4C581-F105-4A2F-89F0-BBE2B852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858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heme-name">
            <a:extLst xmlns:a="http://schemas.openxmlformats.org/drawingml/2006/main">
              <a:ext uri="{FF2B5EF4-FFF2-40B4-BE49-F238E27FC236}">
                <a16:creationId xmlns:a16="http://schemas.microsoft.com/office/drawing/2014/main" id="{A179D46F-1DE6-4F58-A0B4-1301720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03 코발트 모던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51E41DA-208A-45F5-9938-0DE4C360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33713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609BB7-4C18-4374-9C9F-516F10A3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08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32AD6D98-0533-451D-9393-4B8A2F00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CLOSING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AA5E62B-0BE1-4741-9BCE-58B41CC0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E31FCCDE-F2DC-4261-A569-63369682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B9AA791-B786-4147-8157-02A4A66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191750"/>
            <a:ext cx="457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0A8AB2-8518-4039-9E6A-15F539E4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조금 멈추는 용기가,</a:t>
            </a:r>
          </a:p>
          <a:p xmlns:a="http://schemas.openxmlformats.org/drawingml/2006/main">
            <a:pPr algn="ctr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더 좋은 오늘을 만듭니다.</a:t>
            </a:r>
          </a:p>
        </p:txBody>
      </p:sp>
      <p:sp>
        <p:nvSpPr>
          <p:cNvPr id="7" name="closing-question">
            <a:extLst xmlns:a="http://schemas.openxmlformats.org/drawingml/2006/main">
              <a:ext uri="{FF2B5EF4-FFF2-40B4-BE49-F238E27FC236}">
                <a16:creationId xmlns:a16="http://schemas.microsoft.com/office/drawing/2014/main" id="{B07044F3-D19B-4DAD-8463-49BA84B6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1947D1"/>
                </a:solidFill>
              </a:defRPr>
            </a:pPr>
            <a:r>
              <a:rPr sz="4500" b="1" i="0">
                <a:solidFill>
                  <a:srgbClr val="1947D1"/>
                </a:solidFill>
              </a:rPr>
              <a:t>당신에게 필요한</a:t>
            </a:r>
          </a:p>
          <a:p xmlns:a="http://schemas.openxmlformats.org/drawingml/2006/main">
            <a:pPr algn="ctr">
              <a:defRPr sz="4500" b="1" i="0">
                <a:solidFill>
                  <a:srgbClr val="1947D1"/>
                </a:solidFill>
              </a:defRPr>
            </a:pPr>
            <a:r>
              <a:rPr sz="4500" b="1" i="0">
                <a:solidFill>
                  <a:srgbClr val="1947D1"/>
                </a:solidFill>
              </a:rPr>
              <a:t>틈은 무엇인가요?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B7BD62A6-D038-4FB8-AE32-FF896645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34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E15F03-26CA-4940-A45D-62FCB131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86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1947D1"/>
                </a:solidFill>
              </a:defRPr>
            </a:pPr>
            <a:r>
              <a:rPr sz="4800" b="1" i="0">
                <a:solidFill>
                  <a:srgbClr val="1947D1"/>
                </a:solidFill>
              </a:rPr>
              <a:t>★ ★ ★ ★ ☆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BDF1BD-6C65-4F5F-AEE9-6FDB1B96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572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111111"/>
                </a:solidFill>
              </a:defRPr>
            </a:pPr>
            <a:r>
              <a:rPr sz="4200" b="1" i="0">
                <a:solidFill>
                  <a:srgbClr val="111111"/>
                </a:solidFill>
              </a:rPr>
              <a:t>4.5 / 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3D2A6FE-A7AB-4EDB-8205-20B7A482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저장해두고 다음 책을 고를 때 다시 확인하세요.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1E1E92B1-8FDA-49AD-829D-5B55113A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03 코발트 모던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48F3885-8B1E-4D00-84FF-8BF7BC9A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425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EDE3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C2A6E9-D608-4A08-9C70-C3C5816E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291E"/>
                </a:solidFill>
              </a:defRPr>
            </a:pPr>
            <a:r>
              <a:rPr sz="1125" b="1" i="0">
                <a:solidFill>
                  <a:srgbClr val="33291E"/>
                </a:solidFill>
              </a:rPr>
              <a:t>01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3B19B9E0-2368-44E0-80B6-9D39A6AD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3291E"/>
                </a:solidFill>
              </a:defRPr>
            </a:pPr>
            <a:r>
              <a:rPr sz="1050" b="1" i="0">
                <a:solidFill>
                  <a:srgbClr val="33291E"/>
                </a:solidFill>
              </a:rPr>
              <a:t>BOOK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04D428E-5302-4497-AFEF-914A515F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38DA6697-A0B8-4087-9E00-EA508212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0533B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E2258A-328C-4543-BF4A-E1B6E4F3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4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533B"/>
                </a:solidFill>
              </a:defRPr>
            </a:pPr>
            <a:r>
              <a:rPr sz="975" b="1" i="0">
                <a:solidFill>
                  <a:srgbClr val="70533B"/>
                </a:solidFill>
              </a:rPr>
              <a:t>ARCHIVE  /  2026</a:t>
            </a:r>
          </a:p>
        </p:txBody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CCF66CD5-F784-4F7E-B849-CA4EF05A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3291E"/>
                </a:solidFill>
              </a:defRPr>
            </a:pPr>
            <a:r>
              <a:rPr sz="1650" b="0" i="0">
                <a:solidFill>
                  <a:srgbClr val="33291E"/>
                </a:solidFill>
              </a:rPr>
              <a:t>장소에 남은 시간과 사람의 흔적</a:t>
            </a:r>
          </a:p>
        </p:txBody>
      </p:sp>
      <p:sp>
        <p:nvSpPr>
          <p:cNvPr id="7" name="book-title">
            <a:extLst xmlns:a="http://schemas.openxmlformats.org/drawingml/2006/main">
              <a:ext uri="{FF2B5EF4-FFF2-40B4-BE49-F238E27FC236}">
                <a16:creationId xmlns:a16="http://schemas.microsoft.com/office/drawing/2014/main" id="{894B5EF9-9FE2-459C-BBAB-C2D3AF2B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70533B"/>
                </a:solidFill>
              </a:defRPr>
            </a:pPr>
            <a:r>
              <a:rPr sz="5700" b="1" i="0">
                <a:solidFill>
                  <a:srgbClr val="70533B"/>
                </a:solidFill>
              </a:rPr>
              <a:t>기억의 지도</a:t>
            </a:r>
          </a:p>
        </p:txBody>
      </p:sp>
      <p:sp>
        <p:nvSpPr>
          <p:cNvPr id="8" name="book-cover">
            <a:extLst xmlns:a="http://schemas.openxmlformats.org/drawingml/2006/main">
              <a:ext uri="{FF2B5EF4-FFF2-40B4-BE49-F238E27FC236}">
                <a16:creationId xmlns:a16="http://schemas.microsoft.com/office/drawing/2014/main" id="{BE21203B-130E-43DF-8F97-F64BE44C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5524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4F8A1C-AB2C-492F-9B27-95FFA23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EDE3CF"/>
                </a:solidFill>
              </a:defRPr>
            </a:pPr>
            <a:r>
              <a:rPr sz="3750" b="1" i="0">
                <a:solidFill>
                  <a:srgbClr val="EDE3CF"/>
                </a:solidFill>
              </a:rPr>
              <a:t>기억의 지도</a:t>
            </a:r>
          </a:p>
        </p:txBody>
      </p:sp>
      <p:sp>
        <p:nvSpPr>
          <p:cNvPr id="10" name="cover-symbol">
            <a:extLst xmlns:a="http://schemas.openxmlformats.org/drawingml/2006/main">
              <a:ext uri="{FF2B5EF4-FFF2-40B4-BE49-F238E27FC236}">
                <a16:creationId xmlns:a16="http://schemas.microsoft.com/office/drawing/2014/main" id="{8E675207-AF9B-4F51-8BC9-36BD88AD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00087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92F1688-B236-4E91-966E-F6BE288C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3291E"/>
                </a:solidFill>
              </a:defRPr>
            </a:pPr>
            <a:r>
              <a:rPr sz="1575" b="1" i="0">
                <a:solidFill>
                  <a:srgbClr val="33291E"/>
                </a:solidFill>
              </a:rPr>
              <a:t>저자  최윤호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C6C4CA2-3CCF-426D-9249-96C51F67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9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6B7651"/>
                </a:solidFill>
              </a:defRPr>
            </a:pPr>
            <a:r>
              <a:rPr sz="1575" b="1" i="0">
                <a:solidFill>
                  <a:srgbClr val="6B7651"/>
                </a:solidFill>
              </a:rPr>
              <a:t>별점  4.5 / 5</a:t>
            </a:r>
          </a:p>
        </p:txBody>
      </p:sp>
      <p:sp>
        <p:nvSpPr>
          <p:cNvPr id="13" name="theme-name">
            <a:extLst xmlns:a="http://schemas.openxmlformats.org/drawingml/2006/main">
              <a:ext uri="{FF2B5EF4-FFF2-40B4-BE49-F238E27FC236}">
                <a16:creationId xmlns:a16="http://schemas.microsoft.com/office/drawing/2014/main" id="{78E43382-502E-423E-B497-056C0307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291E"/>
                </a:solidFill>
              </a:defRPr>
            </a:pPr>
            <a:r>
              <a:rPr sz="900" b="0" i="0">
                <a:solidFill>
                  <a:srgbClr val="33291E"/>
                </a:solidFill>
              </a:rPr>
              <a:t>04 세피아 아카이브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1EC0E62-FC4F-4BFD-919B-36314A66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35012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DE3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60DB54-416E-4942-B3E6-89EE8A47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291E"/>
                </a:solidFill>
              </a:defRPr>
            </a:pPr>
            <a:r>
              <a:rPr sz="1125" b="1" i="0">
                <a:solidFill>
                  <a:srgbClr val="33291E"/>
                </a:solidFill>
              </a:rPr>
              <a:t>02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E545BA01-EFE1-4B5A-9354-242A863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3291E"/>
                </a:solidFill>
              </a:defRPr>
            </a:pPr>
            <a:r>
              <a:rPr sz="1050" b="1" i="0">
                <a:solidFill>
                  <a:srgbClr val="33291E"/>
                </a:solidFill>
              </a:rPr>
              <a:t>ONE LINE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9BD1EA5-8333-4C3F-A425-0F443C0A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451AE83-4CA7-4B18-8A59-0AD20432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0533B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6114C1D-810E-4EB7-9062-7649FB00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4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533B"/>
                </a:solidFill>
              </a:defRPr>
            </a:pPr>
            <a:r>
              <a:rPr sz="975" b="1" i="0">
                <a:solidFill>
                  <a:srgbClr val="70533B"/>
                </a:solidFill>
              </a:rPr>
              <a:t>ARCHIVE  /  2026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1AA355-5A0A-4CF8-AAA3-BFCDE4FA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33291E"/>
                </a:solidFill>
              </a:defRPr>
            </a:pPr>
            <a:r>
              <a:rPr sz="4350" b="1" i="0">
                <a:solidFill>
                  <a:srgbClr val="33291E"/>
                </a:solidFill>
              </a:rPr>
              <a:t>이 책을 한 문장으로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73CF59-5A46-48FC-905D-7E549CA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0" b="1" i="0">
                <a:solidFill>
                  <a:srgbClr val="6B7651"/>
                </a:solidFill>
              </a:defRPr>
            </a:pPr>
            <a:r>
              <a:rPr sz="6300" b="1" i="0">
                <a:solidFill>
                  <a:srgbClr val="6B7651"/>
                </a:solidFill>
              </a:rPr>
              <a:t>“</a:t>
            </a:r>
          </a:p>
        </p:txBody>
      </p:sp>
      <p:sp>
        <p:nvSpPr>
          <p:cNvPr id="8" name="hero-quote">
            <a:extLst xmlns:a="http://schemas.openxmlformats.org/drawingml/2006/main">
              <a:ext uri="{FF2B5EF4-FFF2-40B4-BE49-F238E27FC236}">
                <a16:creationId xmlns:a16="http://schemas.microsoft.com/office/drawing/2014/main" id="{6400FA84-14F1-458C-BFD3-6BB5A332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70533B"/>
                </a:solidFill>
              </a:defRPr>
            </a:pPr>
            <a:r>
              <a:rPr sz="4800" b="1" i="0">
                <a:solidFill>
                  <a:srgbClr val="70533B"/>
                </a:solidFill>
              </a:rPr>
              <a:t>멈춰야</a:t>
            </a:r>
          </a:p>
          <a:p xmlns:a="http://schemas.openxmlformats.org/drawingml/2006/main">
            <a:pPr algn="l">
              <a:defRPr sz="4800" b="1" i="0">
                <a:solidFill>
                  <a:srgbClr val="70533B"/>
                </a:solidFill>
              </a:defRPr>
            </a:pPr>
            <a:r>
              <a:rPr sz="4800" b="1" i="0">
                <a:solidFill>
                  <a:srgbClr val="70533B"/>
                </a:solidFill>
              </a:rPr>
              <a:t>비로소 보이는</a:t>
            </a:r>
          </a:p>
          <a:p xmlns:a="http://schemas.openxmlformats.org/drawingml/2006/main">
            <a:pPr algn="l">
              <a:defRPr sz="4800" b="1" i="0">
                <a:solidFill>
                  <a:srgbClr val="70533B"/>
                </a:solidFill>
              </a:defRPr>
            </a:pPr>
            <a:r>
              <a:rPr sz="4800" b="1" i="0">
                <a:solidFill>
                  <a:srgbClr val="70533B"/>
                </a:solidFill>
              </a:rPr>
              <a:t>것들이 있다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4EF48DBD-2CB8-48AA-A9C9-88C8F861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7A595E-F4B4-4464-B2A7-A59F0A43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1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3291E"/>
                </a:solidFill>
              </a:defRPr>
            </a:pPr>
            <a:r>
              <a:rPr sz="1725" b="0" i="0">
                <a:solidFill>
                  <a:srgbClr val="33291E"/>
                </a:solidFill>
              </a:rPr>
              <a:t>빠르게 흘러가는 일상 속에서</a:t>
            </a:r>
          </a:p>
          <a:p xmlns:a="http://schemas.openxmlformats.org/drawingml/2006/main">
            <a:pPr algn="l">
              <a:defRPr sz="1725" b="0" i="0">
                <a:solidFill>
                  <a:srgbClr val="33291E"/>
                </a:solidFill>
              </a:defRPr>
            </a:pPr>
            <a:r>
              <a:rPr sz="1725" b="0" i="0">
                <a:solidFill>
                  <a:srgbClr val="33291E"/>
                </a:solidFill>
              </a:rPr>
              <a:t>우리에게 필요한 것은 속도가 아니라 방향입니다.</a:t>
            </a:r>
          </a:p>
        </p:txBody>
      </p:sp>
      <p:sp>
        <p:nvSpPr>
          <p:cNvPr id="11" name="paper-note">
            <a:extLst xmlns:a="http://schemas.openxmlformats.org/drawingml/2006/main">
              <a:ext uri="{FF2B5EF4-FFF2-40B4-BE49-F238E27FC236}">
                <a16:creationId xmlns:a16="http://schemas.microsoft.com/office/drawing/2014/main" id="{DCDB8187-A399-44A1-BE69-65BE3376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525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E1BBAC-B449-47A9-AD6F-B33F0097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7155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33291E"/>
                </a:solidFill>
              </a:defRPr>
            </a:pPr>
            <a:r>
              <a:rPr sz="1650" b="0" i="1">
                <a:solidFill>
                  <a:srgbClr val="33291E"/>
                </a:solidFill>
              </a:rPr>
              <a:t>조금 느려도,</a:t>
            </a:r>
          </a:p>
          <a:p xmlns:a="http://schemas.openxmlformats.org/drawingml/2006/main">
            <a:pPr algn="ctr">
              <a:defRPr sz="1650" b="0" i="1">
                <a:solidFill>
                  <a:srgbClr val="33291E"/>
                </a:solidFill>
              </a:defRPr>
            </a:pPr>
            <a:r>
              <a:rPr sz="1650" b="0" i="1">
                <a:solidFill>
                  <a:srgbClr val="33291E"/>
                </a:solidFill>
              </a:rPr>
              <a:t>괜찮습니다.</a:t>
            </a:r>
          </a:p>
        </p:txBody>
      </p:sp>
      <p:sp>
        <p:nvSpPr>
          <p:cNvPr id="13" name="theme-name">
            <a:extLst xmlns:a="http://schemas.openxmlformats.org/drawingml/2006/main">
              <a:ext uri="{FF2B5EF4-FFF2-40B4-BE49-F238E27FC236}">
                <a16:creationId xmlns:a16="http://schemas.microsoft.com/office/drawing/2014/main" id="{6FE305AA-4030-4070-B49B-486FC079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291E"/>
                </a:solidFill>
              </a:defRPr>
            </a:pPr>
            <a:r>
              <a:rPr sz="900" b="0" i="0">
                <a:solidFill>
                  <a:srgbClr val="33291E"/>
                </a:solidFill>
              </a:rPr>
              <a:t>04 세피아 아카이브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3E77FF9-EE01-4E13-9FB2-FED77B3F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98491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DE3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483249-815E-4C5B-A9EB-D5409C1E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291E"/>
                </a:solidFill>
              </a:defRPr>
            </a:pPr>
            <a:r>
              <a:rPr sz="1125" b="1" i="0">
                <a:solidFill>
                  <a:srgbClr val="33291E"/>
                </a:solidFill>
              </a:rPr>
              <a:t>03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2B11D775-20F5-44DC-9F17-41B82515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3291E"/>
                </a:solidFill>
              </a:defRPr>
            </a:pPr>
            <a:r>
              <a:rPr sz="1050" b="1" i="0">
                <a:solidFill>
                  <a:srgbClr val="33291E"/>
                </a:solidFill>
              </a:rPr>
              <a:t>KEY IDEAS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041ADCC-CCDF-4C6D-B202-D52DA948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CF56443D-560F-468A-852D-D8DDA1DD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0533B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CE1D49-4169-4AED-ACF1-D887F3B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4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533B"/>
                </a:solidFill>
              </a:defRPr>
            </a:pPr>
            <a:r>
              <a:rPr sz="975" b="1" i="0">
                <a:solidFill>
                  <a:srgbClr val="70533B"/>
                </a:solidFill>
              </a:rPr>
              <a:t>ARCHIVE  /  2026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DF3A8B-7F6B-4DFB-8C04-42B9EEB8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33291E"/>
                </a:solidFill>
              </a:defRPr>
            </a:pPr>
            <a:r>
              <a:rPr sz="4350" b="1" i="0">
                <a:solidFill>
                  <a:srgbClr val="33291E"/>
                </a:solidFill>
              </a:rPr>
              <a:t>핵심 주제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B95614EC-FF3E-44E9-B64F-CB130DBD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816520F-4BE6-40C1-AE2A-CD997AC9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DE3CF"/>
                </a:solidFill>
              </a:defRPr>
            </a:pPr>
            <a:r>
              <a:rPr sz="1650" b="1" i="0">
                <a:solidFill>
                  <a:srgbClr val="EDE3CF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4A9F3D9-BF42-4C0D-A5C3-D9FFB13A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3291E"/>
                </a:solidFill>
              </a:defRPr>
            </a:pPr>
            <a:r>
              <a:rPr sz="2100" b="1" i="0">
                <a:solidFill>
                  <a:srgbClr val="33291E"/>
                </a:solidFill>
              </a:rPr>
              <a:t>멈춤의 가치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584A65B-170A-4606-93C9-0C1730EC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291E"/>
                </a:solidFill>
              </a:defRPr>
            </a:pPr>
            <a:r>
              <a:rPr sz="1425" b="0" i="0">
                <a:solidFill>
                  <a:srgbClr val="33291E"/>
                </a:solidFill>
              </a:rPr>
              <a:t>멈춤은 게으름이 아니라 더 깊이 보기 위한 방법입니다.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23019C7D-2EB3-4585-B23A-1A2B3879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ber-2">
            <a:extLst xmlns:a="http://schemas.openxmlformats.org/drawingml/2006/main">
              <a:ext uri="{FF2B5EF4-FFF2-40B4-BE49-F238E27FC236}">
                <a16:creationId xmlns:a16="http://schemas.microsoft.com/office/drawing/2014/main" id="{6CA2520C-C4D0-4FB4-BAE8-A0B0E51F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C8F158-B2DB-4A2E-A263-9C6085CB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DE3CF"/>
                </a:solidFill>
              </a:defRPr>
            </a:pPr>
            <a:r>
              <a:rPr sz="1650" b="1" i="0">
                <a:solidFill>
                  <a:srgbClr val="EDE3CF"/>
                </a:solidFill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FC1CAB4-6510-4DDD-BD12-1BD88604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3291E"/>
                </a:solidFill>
              </a:defRPr>
            </a:pPr>
            <a:r>
              <a:rPr sz="2100" b="1" i="0">
                <a:solidFill>
                  <a:srgbClr val="33291E"/>
                </a:solidFill>
              </a:rPr>
              <a:t>시선의 전환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03C08E3-ABF6-41E3-8B2F-C6C8D307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291E"/>
                </a:solidFill>
              </a:defRPr>
            </a:pPr>
            <a:r>
              <a:rPr sz="1425" b="0" i="0">
                <a:solidFill>
                  <a:srgbClr val="33291E"/>
                </a:solidFill>
              </a:rPr>
              <a:t>익숙한 것을 낯설게 바라볼 때 새로운 의미가 시작됩니다.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978F1EBC-89A3-4FE9-A087-61C653E1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umber-3">
            <a:extLst xmlns:a="http://schemas.openxmlformats.org/drawingml/2006/main">
              <a:ext uri="{FF2B5EF4-FFF2-40B4-BE49-F238E27FC236}">
                <a16:creationId xmlns:a16="http://schemas.microsoft.com/office/drawing/2014/main" id="{71ED5DF6-2D54-4DBE-8885-1608D68B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0A82F70-8FC0-4972-AF2F-0B15E5F9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62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DE3CF"/>
                </a:solidFill>
              </a:defRPr>
            </a:pPr>
            <a:r>
              <a:rPr sz="1650" b="1" i="0">
                <a:solidFill>
                  <a:srgbClr val="EDE3CF"/>
                </a:solidFill>
              </a:rPr>
              <a:t>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FBFE5F9-5645-43F3-864F-FA44C920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00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3291E"/>
                </a:solidFill>
              </a:defRPr>
            </a:pPr>
            <a:r>
              <a:rPr sz="2100" b="1" i="0">
                <a:solidFill>
                  <a:srgbClr val="33291E"/>
                </a:solidFill>
              </a:rPr>
              <a:t>나답게 살아가기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FAFD3C8-266F-4CA9-94B0-91724CEB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772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291E"/>
                </a:solidFill>
              </a:defRPr>
            </a:pPr>
            <a:r>
              <a:rPr sz="1425" b="0" i="0">
                <a:solidFill>
                  <a:srgbClr val="33291E"/>
                </a:solidFill>
              </a:rPr>
              <a:t>세상의 속도보다 나만의 리듬을 먼저 발견합니다.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E868D532-7B90-470D-ABC2-821BC48D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7630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heme-name">
            <a:extLst xmlns:a="http://schemas.openxmlformats.org/drawingml/2006/main">
              <a:ext uri="{FF2B5EF4-FFF2-40B4-BE49-F238E27FC236}">
                <a16:creationId xmlns:a16="http://schemas.microsoft.com/office/drawing/2014/main" id="{DD03EE01-7539-453C-A20C-7BFF556A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291E"/>
                </a:solidFill>
              </a:defRPr>
            </a:pPr>
            <a:r>
              <a:rPr sz="900" b="0" i="0">
                <a:solidFill>
                  <a:srgbClr val="33291E"/>
                </a:solidFill>
              </a:rPr>
              <a:t>04 세피아 아카이브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9D0B77B-36A4-4F7D-800B-0C2E4297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87061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EDE3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D0D386-E890-4C2A-BF8A-17C53CFC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291E"/>
                </a:solidFill>
              </a:defRPr>
            </a:pPr>
            <a:r>
              <a:rPr sz="1125" b="1" i="0">
                <a:solidFill>
                  <a:srgbClr val="33291E"/>
                </a:solidFill>
              </a:rPr>
              <a:t>04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45FA2DA6-160D-47F4-9BCD-89AF17F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3291E"/>
                </a:solidFill>
              </a:defRPr>
            </a:pPr>
            <a:r>
              <a:rPr sz="1050" b="1" i="0">
                <a:solidFill>
                  <a:srgbClr val="33291E"/>
                </a:solidFill>
              </a:rPr>
              <a:t>INSIGHT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68764A0-BAD5-4355-818E-FDDEB59C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3E0FABF6-FA79-4E55-B976-581B28E8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0533B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ADC013-0312-4EBA-B3B5-16248F9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4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533B"/>
                </a:solidFill>
              </a:defRPr>
            </a:pPr>
            <a:r>
              <a:rPr sz="975" b="1" i="0">
                <a:solidFill>
                  <a:srgbClr val="70533B"/>
                </a:solidFill>
              </a:rPr>
              <a:t>ARCHIVE  /  2026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7C1B13-4071-49B3-A75B-74613C77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33291E"/>
                </a:solidFill>
              </a:defRPr>
            </a:pPr>
            <a:r>
              <a:rPr sz="4350" b="1" i="0">
                <a:solidFill>
                  <a:srgbClr val="33291E"/>
                </a:solidFill>
              </a:rPr>
              <a:t>우리는 너무 빨리</a:t>
            </a:r>
          </a:p>
          <a:p xmlns:a="http://schemas.openxmlformats.org/drawingml/2006/main">
            <a:pPr algn="l">
              <a:defRPr sz="4350" b="1" i="0">
                <a:solidFill>
                  <a:srgbClr val="33291E"/>
                </a:solidFill>
              </a:defRPr>
            </a:pPr>
            <a:r>
              <a:rPr sz="4350" b="1" i="0">
                <a:solidFill>
                  <a:srgbClr val="33291E"/>
                </a:solidFill>
              </a:rPr>
              <a:t>답을 찾는다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3B73422E-206F-4CE2-8C41-A6DC1B6A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6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453345D-39BF-41E7-A7C7-A8D1A3C3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3291E"/>
                </a:solidFill>
              </a:defRPr>
            </a:pPr>
            <a:r>
              <a:rPr sz="1800" b="0" i="0">
                <a:solidFill>
                  <a:srgbClr val="33291E"/>
                </a:solidFill>
              </a:rPr>
              <a:t>문제가 생기면 곧바로 해결책부터 찾고,</a:t>
            </a:r>
          </a:p>
          <a:p xmlns:a="http://schemas.openxmlformats.org/drawingml/2006/main">
            <a:pPr algn="l">
              <a:defRPr sz="1800" b="0" i="0">
                <a:solidFill>
                  <a:srgbClr val="33291E"/>
                </a:solidFill>
              </a:defRPr>
            </a:pPr>
            <a:r>
              <a:rPr sz="1800" b="0" i="0">
                <a:solidFill>
                  <a:srgbClr val="33291E"/>
                </a:solidFill>
              </a:rPr>
              <a:t>불안하면 즉시 무언가를 하려 합니다.</a:t>
            </a:r>
          </a:p>
        </p:txBody>
      </p:sp>
      <p:sp>
        <p:nvSpPr>
          <p:cNvPr id="9" name="insight-block">
            <a:extLst xmlns:a="http://schemas.openxmlformats.org/drawingml/2006/main">
              <a:ext uri="{FF2B5EF4-FFF2-40B4-BE49-F238E27FC236}">
                <a16:creationId xmlns:a16="http://schemas.microsoft.com/office/drawing/2014/main" id="{442C81F4-B77F-447C-9496-536D5203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722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0AA247-948C-434F-90F7-FDD9A018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096125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EDE3CF"/>
                </a:solidFill>
              </a:defRPr>
            </a:pPr>
            <a:r>
              <a:rPr sz="2100" b="1" i="0">
                <a:solidFill>
                  <a:srgbClr val="EDE3CF"/>
                </a:solidFill>
              </a:rPr>
              <a:t>하지만 잠깐의 멈춤이</a:t>
            </a:r>
          </a:p>
          <a:p xmlns:a="http://schemas.openxmlformats.org/drawingml/2006/main">
            <a:pPr algn="l">
              <a:defRPr sz="2100" b="1" i="0">
                <a:solidFill>
                  <a:srgbClr val="EDE3CF"/>
                </a:solidFill>
              </a:defRPr>
            </a:pPr>
            <a:r>
              <a:rPr sz="2100" b="1" i="0">
                <a:solidFill>
                  <a:srgbClr val="EDE3CF"/>
                </a:solidFill>
              </a:rPr>
              <a:t>문제의 모양을</a:t>
            </a:r>
          </a:p>
          <a:p xmlns:a="http://schemas.openxmlformats.org/drawingml/2006/main">
            <a:pPr algn="l">
              <a:defRPr sz="2100" b="1" i="0">
                <a:solidFill>
                  <a:srgbClr val="EDE3CF"/>
                </a:solidFill>
              </a:defRPr>
            </a:pPr>
            <a:r>
              <a:rPr sz="2100" b="1" i="0">
                <a:solidFill>
                  <a:srgbClr val="EDE3CF"/>
                </a:solidFill>
              </a:rPr>
              <a:t>바꿔 놓기도 합니다.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3AA412-0E3F-47BD-91F3-BEE0F381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291E"/>
                </a:solidFill>
              </a:defRPr>
            </a:pPr>
            <a:r>
              <a:rPr sz="2025" b="1" i="0">
                <a:solidFill>
                  <a:srgbClr val="33291E"/>
                </a:solidFill>
              </a:rPr>
              <a:t>생각의 틈은</a:t>
            </a:r>
          </a:p>
          <a:p xmlns:a="http://schemas.openxmlformats.org/drawingml/2006/main">
            <a:pPr algn="l">
              <a:defRPr sz="2025" b="1" i="0">
                <a:solidFill>
                  <a:srgbClr val="33291E"/>
                </a:solidFill>
              </a:defRPr>
            </a:pPr>
            <a:r>
              <a:rPr sz="2025" b="1" i="0">
                <a:solidFill>
                  <a:srgbClr val="33291E"/>
                </a:solidFill>
              </a:rPr>
              <a:t>더 나은 선택이 시작되는 공간입니다.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5C2483C5-3C75-488B-A483-32F5C69A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291E"/>
                </a:solidFill>
              </a:defRPr>
            </a:pPr>
            <a:r>
              <a:rPr sz="900" b="0" i="0">
                <a:solidFill>
                  <a:srgbClr val="33291E"/>
                </a:solidFill>
              </a:rPr>
              <a:t>04 세피아 아카이브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96281B4-5702-4A76-AA8E-8A4F5722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56023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EDE3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F5486E-8E8E-4BE8-8292-481E467A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291E"/>
                </a:solidFill>
              </a:defRPr>
            </a:pPr>
            <a:r>
              <a:rPr sz="1125" b="1" i="0">
                <a:solidFill>
                  <a:srgbClr val="33291E"/>
                </a:solidFill>
              </a:rPr>
              <a:t>05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83C0EC78-CB49-4CA2-890E-B7CE1C88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3291E"/>
                </a:solidFill>
              </a:defRPr>
            </a:pPr>
            <a:r>
              <a:rPr sz="1050" b="1" i="0">
                <a:solidFill>
                  <a:srgbClr val="33291E"/>
                </a:solidFill>
              </a:rPr>
              <a:t>QUOTATION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2579620-5A00-4127-B843-9EC5DADB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84C962C1-68BA-4BA4-817F-C672FE93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0533B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61C18C-B040-47E0-AECB-2BC9FF5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4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533B"/>
                </a:solidFill>
              </a:defRPr>
            </a:pPr>
            <a:r>
              <a:rPr sz="975" b="1" i="0">
                <a:solidFill>
                  <a:srgbClr val="70533B"/>
                </a:solidFill>
              </a:rPr>
              <a:t>ARCHIVE  /  2026</a:t>
            </a:r>
          </a:p>
        </p:txBody>
      </p:sp>
      <p:sp>
        <p:nvSpPr>
          <p:cNvPr id="6" name="quote-paper">
            <a:extLst xmlns:a="http://schemas.openxmlformats.org/drawingml/2006/main">
              <a:ext uri="{FF2B5EF4-FFF2-40B4-BE49-F238E27FC236}">
                <a16:creationId xmlns:a16="http://schemas.microsoft.com/office/drawing/2014/main" id="{959D3A3F-A062-4898-BE47-5CE5E70C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8572500" cy="723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8D90302-CECC-4BF2-BA95-AD816C39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6B7651"/>
                </a:solidFill>
              </a:defRPr>
            </a:pPr>
            <a:r>
              <a:rPr sz="6450" b="1" i="0">
                <a:solidFill>
                  <a:srgbClr val="6B7651"/>
                </a:solidFill>
              </a:rPr>
              <a:t>“</a:t>
            </a:r>
          </a:p>
        </p:txBody>
      </p:sp>
      <p:sp>
        <p:nvSpPr>
          <p:cNvPr id="8" name="quotation">
            <a:extLst xmlns:a="http://schemas.openxmlformats.org/drawingml/2006/main">
              <a:ext uri="{FF2B5EF4-FFF2-40B4-BE49-F238E27FC236}">
                <a16:creationId xmlns:a16="http://schemas.microsoft.com/office/drawing/2014/main" id="{03CEA3B7-3BD0-4C20-8205-51123D24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676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33291E"/>
                </a:solidFill>
              </a:defRPr>
            </a:pPr>
            <a:r>
              <a:rPr sz="4800" b="1" i="0">
                <a:solidFill>
                  <a:srgbClr val="33291E"/>
                </a:solidFill>
              </a:rPr>
              <a:t>좋은 답은</a:t>
            </a:r>
          </a:p>
          <a:p xmlns:a="http://schemas.openxmlformats.org/drawingml/2006/main">
            <a:pPr algn="l">
              <a:defRPr sz="4800" b="1" i="0">
                <a:solidFill>
                  <a:srgbClr val="33291E"/>
                </a:solidFill>
              </a:defRPr>
            </a:pPr>
            <a:r>
              <a:rPr sz="4800" b="1" i="0">
                <a:solidFill>
                  <a:srgbClr val="33291E"/>
                </a:solidFill>
              </a:rPr>
              <a:t>언제나,</a:t>
            </a:r>
          </a:p>
          <a:p xmlns:a="http://schemas.openxmlformats.org/drawingml/2006/main">
            <a:pPr algn="l">
              <a:defRPr sz="4800" b="1" i="0">
                <a:solidFill>
                  <a:srgbClr val="33291E"/>
                </a:solidFill>
              </a:defRPr>
            </a:pPr>
            <a:r>
              <a:rPr sz="4800" b="1" i="0">
                <a:solidFill>
                  <a:srgbClr val="33291E"/>
                </a:solidFill>
              </a:rPr>
              <a:t>조금 느린 곳에 있다.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2E54F53D-65E5-4E00-A32A-B474E7E9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3342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C6DA8C7-872C-4FDF-B053-03827115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810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33291E"/>
                </a:solidFill>
              </a:defRPr>
            </a:pPr>
            <a:r>
              <a:rPr sz="1575" b="0" i="0">
                <a:solidFill>
                  <a:srgbClr val="33291E"/>
                </a:solidFill>
              </a:rPr>
              <a:t>— 최윤호, 『기억의 지도』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12712D2-42FA-48F7-9EC5-574FF4AA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3291E"/>
                </a:solidFill>
              </a:defRPr>
            </a:pPr>
            <a:r>
              <a:rPr sz="1650" b="0" i="0">
                <a:solidFill>
                  <a:srgbClr val="33291E"/>
                </a:solidFill>
              </a:rPr>
              <a:t>서두르지 않는 시간이</a:t>
            </a:r>
          </a:p>
          <a:p xmlns:a="http://schemas.openxmlformats.org/drawingml/2006/main">
            <a:pPr algn="l">
              <a:defRPr sz="1650" b="0" i="0">
                <a:solidFill>
                  <a:srgbClr val="33291E"/>
                </a:solidFill>
              </a:defRPr>
            </a:pPr>
            <a:r>
              <a:rPr sz="1650" b="0" i="0">
                <a:solidFill>
                  <a:srgbClr val="33291E"/>
                </a:solidFill>
              </a:rPr>
              <a:t>오히려 더 정확한 방향으로 데려갑니다.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86B673CC-0B72-45CC-BF33-6F6965CC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291E"/>
                </a:solidFill>
              </a:defRPr>
            </a:pPr>
            <a:r>
              <a:rPr sz="900" b="0" i="0">
                <a:solidFill>
                  <a:srgbClr val="33291E"/>
                </a:solidFill>
              </a:rPr>
              <a:t>04 세피아 아카이브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D611FCB-FB02-42A0-9A4B-11AB40FF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85050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EDE3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E8E17E-8F26-4CB1-A1F4-468C9B09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291E"/>
                </a:solidFill>
              </a:defRPr>
            </a:pPr>
            <a:r>
              <a:rPr sz="1125" b="1" i="0">
                <a:solidFill>
                  <a:srgbClr val="33291E"/>
                </a:solidFill>
              </a:rPr>
              <a:t>06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76AB2B77-3488-4EBD-ACE0-04ABCF35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3291E"/>
                </a:solidFill>
              </a:defRPr>
            </a:pPr>
            <a:r>
              <a:rPr sz="1050" b="1" i="0">
                <a:solidFill>
                  <a:srgbClr val="33291E"/>
                </a:solidFill>
              </a:rPr>
              <a:t>MY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1467F93-A53A-4508-8F55-C6827A47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DD9B0B90-ACDB-4E72-A993-1E46AFF0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0533B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13CADE1-1E6A-4184-AF82-26C9518F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4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533B"/>
                </a:solidFill>
              </a:defRPr>
            </a:pPr>
            <a:r>
              <a:rPr sz="975" b="1" i="0">
                <a:solidFill>
                  <a:srgbClr val="70533B"/>
                </a:solidFill>
              </a:rPr>
              <a:t>ARCHIVE  /  2026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FAC3D2-5DB7-498B-8730-D2024271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33291E"/>
                </a:solidFill>
              </a:defRPr>
            </a:pPr>
            <a:r>
              <a:rPr sz="4350" b="1" i="0">
                <a:solidFill>
                  <a:srgbClr val="33291E"/>
                </a:solidFill>
              </a:rPr>
              <a:t>읽고 난 뒤</a:t>
            </a:r>
          </a:p>
        </p:txBody>
      </p:sp>
      <p:sp>
        <p:nvSpPr>
          <p:cNvPr id="7" name="review-1">
            <a:extLst xmlns:a="http://schemas.openxmlformats.org/drawingml/2006/main">
              <a:ext uri="{FF2B5EF4-FFF2-40B4-BE49-F238E27FC236}">
                <a16:creationId xmlns:a16="http://schemas.microsoft.com/office/drawing/2014/main" id="{2F623228-A368-48DA-81EC-8FA4E3E1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33291E"/>
                </a:solidFill>
              </a:defRPr>
            </a:pPr>
            <a:r>
              <a:rPr sz="1950" b="0" i="0">
                <a:solidFill>
                  <a:srgbClr val="33291E"/>
                </a:solidFill>
              </a:rPr>
              <a:t>이 책을 덮고 나서 가장 크게 달라진 것은</a:t>
            </a:r>
          </a:p>
          <a:p xmlns:a="http://schemas.openxmlformats.org/drawingml/2006/main">
            <a:pPr algn="l">
              <a:defRPr sz="1950" b="0" i="0">
                <a:solidFill>
                  <a:srgbClr val="33291E"/>
                </a:solidFill>
              </a:defRPr>
            </a:pPr>
            <a:r>
              <a:rPr sz="1950" b="0" i="0">
                <a:solidFill>
                  <a:srgbClr val="33291E"/>
                </a:solidFill>
              </a:rPr>
              <a:t>‘조금 멈춰도 괜찮다’는 마음이었습니다.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78FFEAC5-A5CB-419A-A62D-2D70B1EA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view-2">
            <a:extLst xmlns:a="http://schemas.openxmlformats.org/drawingml/2006/main">
              <a:ext uri="{FF2B5EF4-FFF2-40B4-BE49-F238E27FC236}">
                <a16:creationId xmlns:a16="http://schemas.microsoft.com/office/drawing/2014/main" id="{669C13A3-64BB-4823-80F2-EF01EAB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33291E"/>
                </a:solidFill>
              </a:defRPr>
            </a:pPr>
            <a:r>
              <a:rPr sz="1950" b="0" i="0">
                <a:solidFill>
                  <a:srgbClr val="33291E"/>
                </a:solidFill>
              </a:rPr>
              <a:t>늘 더 빨리, 더 많이 하려던 마음이 가벼워졌고</a:t>
            </a:r>
          </a:p>
          <a:p xmlns:a="http://schemas.openxmlformats.org/drawingml/2006/main">
            <a:pPr algn="l">
              <a:defRPr sz="1950" b="0" i="0">
                <a:solidFill>
                  <a:srgbClr val="33291E"/>
                </a:solidFill>
              </a:defRPr>
            </a:pPr>
            <a:r>
              <a:rPr sz="1950" b="0" i="0">
                <a:solidFill>
                  <a:srgbClr val="33291E"/>
                </a:solidFill>
              </a:rPr>
              <a:t>지금 내가 정말 원하는 것이 무엇인지</a:t>
            </a:r>
          </a:p>
          <a:p xmlns:a="http://schemas.openxmlformats.org/drawingml/2006/main">
            <a:pPr algn="l">
              <a:defRPr sz="1950" b="0" i="0">
                <a:solidFill>
                  <a:srgbClr val="33291E"/>
                </a:solidFill>
              </a:defRPr>
            </a:pPr>
            <a:r>
              <a:rPr sz="1950" b="0" i="0">
                <a:solidFill>
                  <a:srgbClr val="33291E"/>
                </a:solidFill>
              </a:rPr>
              <a:t>다시 묻게 되었습니다.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FCE6400-659D-4123-9129-B20309DA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858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00" b="1" i="1">
                <a:solidFill>
                  <a:srgbClr val="70533B"/>
                </a:solidFill>
              </a:defRPr>
            </a:pPr>
            <a:r>
              <a:rPr sz="3000" b="1" i="1">
                <a:solidFill>
                  <a:srgbClr val="70533B"/>
                </a:solidFill>
              </a:rPr>
              <a:t>조금 멈춘 덕분에</a:t>
            </a:r>
          </a:p>
          <a:p xmlns:a="http://schemas.openxmlformats.org/drawingml/2006/main">
            <a:pPr algn="r">
              <a:defRPr sz="3000" b="1" i="1">
                <a:solidFill>
                  <a:srgbClr val="70533B"/>
                </a:solidFill>
              </a:defRPr>
            </a:pPr>
            <a:r>
              <a:rPr sz="3000" b="1" i="1">
                <a:solidFill>
                  <a:srgbClr val="70533B"/>
                </a:solidFill>
              </a:rPr>
              <a:t>조금 더 나답게.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B1904DF5-3914-41E9-8CC0-C27C4855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291E"/>
                </a:solidFill>
              </a:defRPr>
            </a:pPr>
            <a:r>
              <a:rPr sz="900" b="0" i="0">
                <a:solidFill>
                  <a:srgbClr val="33291E"/>
                </a:solidFill>
              </a:rPr>
              <a:t>04 세피아 아카이브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B506018-9B7F-41BA-A926-255124A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16971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EDE3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547A2C-9FBB-4A70-9C59-C50CD27C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291E"/>
                </a:solidFill>
              </a:defRPr>
            </a:pPr>
            <a:r>
              <a:rPr sz="1125" b="1" i="0">
                <a:solidFill>
                  <a:srgbClr val="33291E"/>
                </a:solidFill>
              </a:rPr>
              <a:t>07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034DD4D9-8E58-466B-95E7-464A9B4B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3291E"/>
                </a:solidFill>
              </a:defRPr>
            </a:pPr>
            <a:r>
              <a:rPr sz="1050" b="1" i="0">
                <a:solidFill>
                  <a:srgbClr val="33291E"/>
                </a:solidFill>
              </a:rPr>
              <a:t>FOR YOU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045E314-DBAE-42DE-883F-243B4ED2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D2156F50-48BB-436A-A27B-67FB0B4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0533B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D378C0-6610-41A7-BF48-9E16070F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4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533B"/>
                </a:solidFill>
              </a:defRPr>
            </a:pPr>
            <a:r>
              <a:rPr sz="975" b="1" i="0">
                <a:solidFill>
                  <a:srgbClr val="70533B"/>
                </a:solidFill>
              </a:rPr>
              <a:t>ARCHIVE  /  2026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912329-6860-4E35-986E-04FDF0E8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33291E"/>
                </a:solidFill>
              </a:defRPr>
            </a:pPr>
            <a:r>
              <a:rPr sz="4350" b="1" i="0">
                <a:solidFill>
                  <a:srgbClr val="33291E"/>
                </a:solidFill>
              </a:rPr>
              <a:t>이런 분께 추천해요</a:t>
            </a:r>
          </a:p>
        </p:txBody>
      </p:sp>
      <p:sp>
        <p:nvSpPr>
          <p:cNvPr id="7" name="number-✓">
            <a:extLst xmlns:a="http://schemas.openxmlformats.org/drawingml/2006/main">
              <a:ext uri="{FF2B5EF4-FFF2-40B4-BE49-F238E27FC236}">
                <a16:creationId xmlns:a16="http://schemas.microsoft.com/office/drawing/2014/main" id="{B8625674-EB59-4DEA-80F7-81CDC3D3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3C1AF7-1E6A-4E32-BEFB-F3758F4D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DE3CF"/>
                </a:solidFill>
              </a:defRPr>
            </a:pPr>
            <a:r>
              <a:rPr sz="1650" b="1" i="0">
                <a:solidFill>
                  <a:srgbClr val="EDE3CF"/>
                </a:solidFill>
              </a:rPr>
              <a:t>✓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668362-B0A8-429A-957F-C194216D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3291E"/>
                </a:solidFill>
              </a:defRPr>
            </a:pPr>
            <a:r>
              <a:rPr sz="2100" b="1" i="0">
                <a:solidFill>
                  <a:srgbClr val="33291E"/>
                </a:solidFill>
              </a:rPr>
              <a:t>늘 바쁘게 살며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67E1D3-DB74-4200-8C59-68CF5339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291E"/>
                </a:solidFill>
              </a:defRPr>
            </a:pPr>
            <a:r>
              <a:rPr sz="1425" b="0" i="0">
                <a:solidFill>
                  <a:srgbClr val="33291E"/>
                </a:solidFill>
              </a:rPr>
              <a:t>마음의 여유를 잃었다고 느끼는 분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1D5D75BF-2666-415F-8203-082532B6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ber-✓">
            <a:extLst xmlns:a="http://schemas.openxmlformats.org/drawingml/2006/main">
              <a:ext uri="{FF2B5EF4-FFF2-40B4-BE49-F238E27FC236}">
                <a16:creationId xmlns:a16="http://schemas.microsoft.com/office/drawing/2014/main" id="{1AA2AA1A-509B-4E8D-B2E1-81D62518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F88C947-06F6-4ECF-8927-2308BC16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DE3CF"/>
                </a:solidFill>
              </a:defRPr>
            </a:pPr>
            <a:r>
              <a:rPr sz="1650" b="1" i="0">
                <a:solidFill>
                  <a:srgbClr val="EDE3CF"/>
                </a:solidFill>
              </a:rPr>
              <a:t>✓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68F4E4E-D8C2-4B25-827D-CBF4F05C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3291E"/>
                </a:solidFill>
              </a:defRPr>
            </a:pPr>
            <a:r>
              <a:rPr sz="2100" b="1" i="0">
                <a:solidFill>
                  <a:srgbClr val="33291E"/>
                </a:solidFill>
              </a:rPr>
              <a:t>지금의 속도가 맞는지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5B6C81C-1EF4-4806-8A4A-BC5E3DEF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291E"/>
                </a:solidFill>
              </a:defRPr>
            </a:pPr>
            <a:r>
              <a:rPr sz="1425" b="0" i="0">
                <a:solidFill>
                  <a:srgbClr val="33291E"/>
                </a:solidFill>
              </a:rPr>
              <a:t>한 번쯤 고민해본 분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9DE34313-1CEA-489C-9025-4DA05B90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umber-✓">
            <a:extLst xmlns:a="http://schemas.openxmlformats.org/drawingml/2006/main">
              <a:ext uri="{FF2B5EF4-FFF2-40B4-BE49-F238E27FC236}">
                <a16:creationId xmlns:a16="http://schemas.microsoft.com/office/drawing/2014/main" id="{4B2E1631-A729-4279-8A80-4E4252C1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15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DE0C58D-FC7B-4690-AEEC-5C5979FC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58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DE3CF"/>
                </a:solidFill>
              </a:defRPr>
            </a:pPr>
            <a:r>
              <a:rPr sz="1650" b="1" i="0">
                <a:solidFill>
                  <a:srgbClr val="EDE3CF"/>
                </a:solidFill>
              </a:rPr>
              <a:t>✓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C92C565-ED43-4D07-8886-B1DDEA2B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96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3291E"/>
                </a:solidFill>
              </a:defRPr>
            </a:pPr>
            <a:r>
              <a:rPr sz="2100" b="1" i="0">
                <a:solidFill>
                  <a:srgbClr val="33291E"/>
                </a:solidFill>
              </a:rPr>
              <a:t>일상의 의미를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F7C4F1A-5005-4DA2-A4DB-5E0F08E3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724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291E"/>
                </a:solidFill>
              </a:defRPr>
            </a:pPr>
            <a:r>
              <a:rPr sz="1425" b="0" i="0">
                <a:solidFill>
                  <a:srgbClr val="33291E"/>
                </a:solidFill>
              </a:rPr>
              <a:t>다시 발견하고 싶은 분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0C23E5C4-6841-4740-8724-3D0EB490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858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heme-name">
            <a:extLst xmlns:a="http://schemas.openxmlformats.org/drawingml/2006/main">
              <a:ext uri="{FF2B5EF4-FFF2-40B4-BE49-F238E27FC236}">
                <a16:creationId xmlns:a16="http://schemas.microsoft.com/office/drawing/2014/main" id="{BD2FF30F-D3D5-44BE-8117-98235184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291E"/>
                </a:solidFill>
              </a:defRPr>
            </a:pPr>
            <a:r>
              <a:rPr sz="900" b="0" i="0">
                <a:solidFill>
                  <a:srgbClr val="33291E"/>
                </a:solidFill>
              </a:rPr>
              <a:t>04 세피아 아카이브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55E511E-9B40-407F-92C5-B478C7D2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44535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EDE3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27E785-248A-4701-BBDC-CD9EDBFA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291E"/>
                </a:solidFill>
              </a:defRPr>
            </a:pPr>
            <a:r>
              <a:rPr sz="1125" b="1" i="0">
                <a:solidFill>
                  <a:srgbClr val="33291E"/>
                </a:solidFill>
              </a:rPr>
              <a:t>08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40214117-ECB9-4759-942C-EB962850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3291E"/>
                </a:solidFill>
              </a:defRPr>
            </a:pPr>
            <a:r>
              <a:rPr sz="1050" b="1" i="0">
                <a:solidFill>
                  <a:srgbClr val="33291E"/>
                </a:solidFill>
              </a:rPr>
              <a:t>CLOSING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0185818-8112-465D-91EF-8F6EF363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57B28859-9E56-4EBA-B140-64590C85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0533B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76282AA-42E2-49B8-A283-211D9F2B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64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533B"/>
                </a:solidFill>
              </a:defRPr>
            </a:pPr>
            <a:r>
              <a:rPr sz="975" b="1" i="0">
                <a:solidFill>
                  <a:srgbClr val="70533B"/>
                </a:solidFill>
              </a:rPr>
              <a:t>ARCHIVE  /  2026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97E89F-F6EB-4B82-98AE-5BAD3E22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3291E"/>
                </a:solidFill>
              </a:defRPr>
            </a:pPr>
            <a:r>
              <a:rPr sz="1800" b="0" i="0">
                <a:solidFill>
                  <a:srgbClr val="33291E"/>
                </a:solidFill>
              </a:rPr>
              <a:t>조금 멈추는 용기가,</a:t>
            </a:r>
          </a:p>
          <a:p xmlns:a="http://schemas.openxmlformats.org/drawingml/2006/main">
            <a:pPr algn="ctr">
              <a:defRPr sz="1800" b="0" i="0">
                <a:solidFill>
                  <a:srgbClr val="33291E"/>
                </a:solidFill>
              </a:defRPr>
            </a:pPr>
            <a:r>
              <a:rPr sz="1800" b="0" i="0">
                <a:solidFill>
                  <a:srgbClr val="33291E"/>
                </a:solidFill>
              </a:rPr>
              <a:t>더 좋은 오늘을 만듭니다.</a:t>
            </a:r>
          </a:p>
        </p:txBody>
      </p:sp>
      <p:sp>
        <p:nvSpPr>
          <p:cNvPr id="7" name="closing-question">
            <a:extLst xmlns:a="http://schemas.openxmlformats.org/drawingml/2006/main">
              <a:ext uri="{FF2B5EF4-FFF2-40B4-BE49-F238E27FC236}">
                <a16:creationId xmlns:a16="http://schemas.microsoft.com/office/drawing/2014/main" id="{685BF224-AC99-425D-A39A-C030D80F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70533B"/>
                </a:solidFill>
              </a:defRPr>
            </a:pPr>
            <a:r>
              <a:rPr sz="4500" b="1" i="0">
                <a:solidFill>
                  <a:srgbClr val="70533B"/>
                </a:solidFill>
              </a:rPr>
              <a:t>당신에게 필요한</a:t>
            </a:r>
          </a:p>
          <a:p xmlns:a="http://schemas.openxmlformats.org/drawingml/2006/main">
            <a:pPr algn="ctr">
              <a:defRPr sz="4500" b="1" i="0">
                <a:solidFill>
                  <a:srgbClr val="70533B"/>
                </a:solidFill>
              </a:defRPr>
            </a:pPr>
            <a:r>
              <a:rPr sz="4500" b="1" i="0">
                <a:solidFill>
                  <a:srgbClr val="70533B"/>
                </a:solidFill>
              </a:rPr>
              <a:t>틈은 무엇인가요?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AA1F7A3-F5F6-4FB9-855F-EF9C80C5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34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DDC653-E057-4432-91ED-FB8B7AD7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86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70533B"/>
                </a:solidFill>
              </a:defRPr>
            </a:pPr>
            <a:r>
              <a:rPr sz="4800" b="1" i="0">
                <a:solidFill>
                  <a:srgbClr val="70533B"/>
                </a:solidFill>
              </a:rPr>
              <a:t>★ ★ ★ ★ ☆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AA25AE-1F32-42B9-B229-67B8AA8A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572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33291E"/>
                </a:solidFill>
              </a:defRPr>
            </a:pPr>
            <a:r>
              <a:rPr sz="4200" b="1" i="0">
                <a:solidFill>
                  <a:srgbClr val="33291E"/>
                </a:solidFill>
              </a:rPr>
              <a:t>4.5 / 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590E1CA-D171-488A-B06B-5B5D1A33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33291E"/>
                </a:solidFill>
              </a:defRPr>
            </a:pPr>
            <a:r>
              <a:rPr sz="1500" b="0" i="0">
                <a:solidFill>
                  <a:srgbClr val="33291E"/>
                </a:solidFill>
              </a:rPr>
              <a:t>저장해두고 다음 책을 고를 때 다시 확인하세요.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A493813B-597D-4BDD-958E-DB769FB1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3291E"/>
                </a:solidFill>
              </a:defRPr>
            </a:pPr>
            <a:r>
              <a:rPr sz="900" b="0" i="0">
                <a:solidFill>
                  <a:srgbClr val="33291E"/>
                </a:solidFill>
              </a:rPr>
              <a:t>04 세피아 아카이브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ED7FD1B-92DE-41E4-BEF0-95ACCEB8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91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19900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3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1BB1D5-A1FF-4062-915C-9D4893C4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191B"/>
                </a:solidFill>
              </a:defRPr>
            </a:pPr>
            <a:r>
              <a:rPr sz="1125" b="1" i="0">
                <a:solidFill>
                  <a:srgbClr val="25191B"/>
                </a:solidFill>
              </a:rPr>
              <a:t>01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534B8872-69FC-482C-8D11-CDD0BA11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5191B"/>
                </a:solidFill>
              </a:defRPr>
            </a:pPr>
            <a:r>
              <a:rPr sz="1050" b="1" i="0">
                <a:solidFill>
                  <a:srgbClr val="25191B"/>
                </a:solidFill>
              </a:rPr>
              <a:t>BOOK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935B72-9B08-4EC2-B37E-AAF0613F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B1D1D64-8DBF-446C-8871-0B20685C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A7C558FD-A9B7-4FB6-9B61-5184D3B5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5191B"/>
                </a:solidFill>
              </a:defRPr>
            </a:pPr>
            <a:r>
              <a:rPr sz="1650" b="0" i="0">
                <a:solidFill>
                  <a:srgbClr val="25191B"/>
                </a:solidFill>
              </a:rPr>
              <a:t>어둠 속에서 선명해지는 마음</a:t>
            </a:r>
          </a:p>
        </p:txBody>
      </p:sp>
      <p:sp>
        <p:nvSpPr>
          <p:cNvPr id="6" name="book-title">
            <a:extLst xmlns:a="http://schemas.openxmlformats.org/drawingml/2006/main">
              <a:ext uri="{FF2B5EF4-FFF2-40B4-BE49-F238E27FC236}">
                <a16:creationId xmlns:a16="http://schemas.microsoft.com/office/drawing/2014/main" id="{86FAA3EE-60F3-4CFB-B303-3B737698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6C1F32"/>
                </a:solidFill>
              </a:defRPr>
            </a:pPr>
            <a:r>
              <a:rPr sz="5700" b="1" i="0">
                <a:solidFill>
                  <a:srgbClr val="6C1F32"/>
                </a:solidFill>
              </a:rPr>
              <a:t>밤의 문장들</a:t>
            </a:r>
          </a:p>
        </p:txBody>
      </p:sp>
      <p:sp>
        <p:nvSpPr>
          <p:cNvPr id="7" name="book-cover">
            <a:extLst xmlns:a="http://schemas.openxmlformats.org/drawingml/2006/main">
              <a:ext uri="{FF2B5EF4-FFF2-40B4-BE49-F238E27FC236}">
                <a16:creationId xmlns:a16="http://schemas.microsoft.com/office/drawing/2014/main" id="{B3B3E7A3-49B1-4C21-B242-C37380B3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5524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1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F5D00CF-57F3-49A0-9ED6-BA2A79EE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F3EAE5"/>
                </a:solidFill>
              </a:defRPr>
            </a:pPr>
            <a:r>
              <a:rPr sz="3750" b="1" i="0">
                <a:solidFill>
                  <a:srgbClr val="F3EAE5"/>
                </a:solidFill>
              </a:rPr>
              <a:t>밤의 문장들</a:t>
            </a:r>
          </a:p>
        </p:txBody>
      </p:sp>
      <p:sp>
        <p:nvSpPr>
          <p:cNvPr id="9" name="cover-symbol">
            <a:extLst xmlns:a="http://schemas.openxmlformats.org/drawingml/2006/main">
              <a:ext uri="{FF2B5EF4-FFF2-40B4-BE49-F238E27FC236}">
                <a16:creationId xmlns:a16="http://schemas.microsoft.com/office/drawing/2014/main" id="{5CA6C53E-4B74-4F2C-BB4B-21811D10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00087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1269EAC-3357-45B9-83AF-40D0C3E0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191B"/>
                </a:solidFill>
              </a:defRPr>
            </a:pPr>
            <a:r>
              <a:rPr sz="1575" b="1" i="0">
                <a:solidFill>
                  <a:srgbClr val="25191B"/>
                </a:solidFill>
              </a:rPr>
              <a:t>저자  서유진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31D335-046B-4859-822C-9782E214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9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B98282"/>
                </a:solidFill>
              </a:defRPr>
            </a:pPr>
            <a:r>
              <a:rPr sz="1575" b="1" i="0">
                <a:solidFill>
                  <a:srgbClr val="B98282"/>
                </a:solidFill>
              </a:rPr>
              <a:t>별점  4.5 / 5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A7780779-55ED-47A6-8E59-A8B4B6E4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5191B"/>
                </a:solidFill>
              </a:defRPr>
            </a:pPr>
            <a:r>
              <a:rPr sz="900" b="0" i="0">
                <a:solidFill>
                  <a:srgbClr val="25191B"/>
                </a:solidFill>
              </a:rPr>
              <a:t>05 버건디 문학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D5B2D9-A09A-4F9F-817B-8B2332AF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619977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3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B39105-1BBB-40A9-B75E-60E9D20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191B"/>
                </a:solidFill>
              </a:defRPr>
            </a:pPr>
            <a:r>
              <a:rPr sz="1125" b="1" i="0">
                <a:solidFill>
                  <a:srgbClr val="25191B"/>
                </a:solidFill>
              </a:rPr>
              <a:t>02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D577CDFC-5A08-4237-B861-07DBC145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5191B"/>
                </a:solidFill>
              </a:defRPr>
            </a:pPr>
            <a:r>
              <a:rPr sz="1050" b="1" i="0">
                <a:solidFill>
                  <a:srgbClr val="25191B"/>
                </a:solidFill>
              </a:rPr>
              <a:t>ONE LINE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2D50BBA-F223-468F-A118-4E135191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1443524-0219-4A05-AB60-7E0A3F56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DE23C5-3303-4E98-AFD4-5E8DE018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5191B"/>
                </a:solidFill>
              </a:defRPr>
            </a:pPr>
            <a:r>
              <a:rPr sz="4350" b="1" i="0">
                <a:solidFill>
                  <a:srgbClr val="25191B"/>
                </a:solidFill>
              </a:rPr>
              <a:t>이 책을 한 문장으로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D9F0C6-53FB-41CB-A8FE-F2F63C51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0" b="1" i="0">
                <a:solidFill>
                  <a:srgbClr val="B98282"/>
                </a:solidFill>
              </a:defRPr>
            </a:pPr>
            <a:r>
              <a:rPr sz="6300" b="1" i="0">
                <a:solidFill>
                  <a:srgbClr val="B98282"/>
                </a:solidFill>
              </a:rPr>
              <a:t>“</a:t>
            </a:r>
          </a:p>
        </p:txBody>
      </p:sp>
      <p:sp>
        <p:nvSpPr>
          <p:cNvPr id="7" name="hero-quote">
            <a:extLst xmlns:a="http://schemas.openxmlformats.org/drawingml/2006/main">
              <a:ext uri="{FF2B5EF4-FFF2-40B4-BE49-F238E27FC236}">
                <a16:creationId xmlns:a16="http://schemas.microsoft.com/office/drawing/2014/main" id="{BCBAE4D5-1AB1-47DA-8036-880E87AA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6C1F32"/>
                </a:solidFill>
              </a:defRPr>
            </a:pPr>
            <a:r>
              <a:rPr sz="4800" b="1" i="0">
                <a:solidFill>
                  <a:srgbClr val="6C1F32"/>
                </a:solidFill>
              </a:rPr>
              <a:t>멈춰야</a:t>
            </a:r>
          </a:p>
          <a:p xmlns:a="http://schemas.openxmlformats.org/drawingml/2006/main">
            <a:pPr algn="l">
              <a:defRPr sz="4800" b="1" i="0">
                <a:solidFill>
                  <a:srgbClr val="6C1F32"/>
                </a:solidFill>
              </a:defRPr>
            </a:pPr>
            <a:r>
              <a:rPr sz="4800" b="1" i="0">
                <a:solidFill>
                  <a:srgbClr val="6C1F32"/>
                </a:solidFill>
              </a:rPr>
              <a:t>비로소 보이는</a:t>
            </a:r>
          </a:p>
          <a:p xmlns:a="http://schemas.openxmlformats.org/drawingml/2006/main">
            <a:pPr algn="l">
              <a:defRPr sz="4800" b="1" i="0">
                <a:solidFill>
                  <a:srgbClr val="6C1F32"/>
                </a:solidFill>
              </a:defRPr>
            </a:pPr>
            <a:r>
              <a:rPr sz="4800" b="1" i="0">
                <a:solidFill>
                  <a:srgbClr val="6C1F32"/>
                </a:solidFill>
              </a:rPr>
              <a:t>것들이 있다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ECB14E49-CD29-45C1-A8D7-D76DBF44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B229B0F-980A-4335-8970-ADCC66A5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1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5191B"/>
                </a:solidFill>
              </a:defRPr>
            </a:pPr>
            <a:r>
              <a:rPr sz="1725" b="0" i="0">
                <a:solidFill>
                  <a:srgbClr val="25191B"/>
                </a:solidFill>
              </a:rPr>
              <a:t>빠르게 흘러가는 일상 속에서</a:t>
            </a:r>
          </a:p>
          <a:p xmlns:a="http://schemas.openxmlformats.org/drawingml/2006/main">
            <a:pPr algn="l">
              <a:defRPr sz="1725" b="0" i="0">
                <a:solidFill>
                  <a:srgbClr val="25191B"/>
                </a:solidFill>
              </a:defRPr>
            </a:pPr>
            <a:r>
              <a:rPr sz="1725" b="0" i="0">
                <a:solidFill>
                  <a:srgbClr val="25191B"/>
                </a:solidFill>
              </a:rPr>
              <a:t>우리에게 필요한 것은 속도가 아니라 방향입니다.</a:t>
            </a:r>
          </a:p>
        </p:txBody>
      </p:sp>
      <p:sp>
        <p:nvSpPr>
          <p:cNvPr id="10" name="paper-note">
            <a:extLst xmlns:a="http://schemas.openxmlformats.org/drawingml/2006/main">
              <a:ext uri="{FF2B5EF4-FFF2-40B4-BE49-F238E27FC236}">
                <a16:creationId xmlns:a16="http://schemas.microsoft.com/office/drawing/2014/main" id="{469AD205-EDFD-448B-80C1-32041978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525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A29D612-2E59-41BA-A6A8-DCE3B507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7155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25191B"/>
                </a:solidFill>
              </a:defRPr>
            </a:pPr>
            <a:r>
              <a:rPr sz="1650" b="0" i="1">
                <a:solidFill>
                  <a:srgbClr val="25191B"/>
                </a:solidFill>
              </a:rPr>
              <a:t>조금 느려도,</a:t>
            </a:r>
          </a:p>
          <a:p xmlns:a="http://schemas.openxmlformats.org/drawingml/2006/main">
            <a:pPr algn="ctr">
              <a:defRPr sz="1650" b="0" i="1">
                <a:solidFill>
                  <a:srgbClr val="25191B"/>
                </a:solidFill>
              </a:defRPr>
            </a:pPr>
            <a:r>
              <a:rPr sz="1650" b="0" i="1">
                <a:solidFill>
                  <a:srgbClr val="25191B"/>
                </a:solidFill>
              </a:rPr>
              <a:t>괜찮습니다.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92691B9D-C6AE-4F3A-98EE-DFA70D00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5191B"/>
                </a:solidFill>
              </a:defRPr>
            </a:pPr>
            <a:r>
              <a:rPr sz="900" b="0" i="0">
                <a:solidFill>
                  <a:srgbClr val="25191B"/>
                </a:solidFill>
              </a:rPr>
              <a:t>05 버건디 문학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9F13CFC-23F9-4767-94A2-03CE2F42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83154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3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107463-0012-4F96-AB2D-A392E4D8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191B"/>
                </a:solidFill>
              </a:defRPr>
            </a:pPr>
            <a:r>
              <a:rPr sz="1125" b="1" i="0">
                <a:solidFill>
                  <a:srgbClr val="25191B"/>
                </a:solidFill>
              </a:rPr>
              <a:t>03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07AD3DD1-93CD-431B-80CC-3589750B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5191B"/>
                </a:solidFill>
              </a:defRPr>
            </a:pPr>
            <a:r>
              <a:rPr sz="1050" b="1" i="0">
                <a:solidFill>
                  <a:srgbClr val="25191B"/>
                </a:solidFill>
              </a:rPr>
              <a:t>KEY IDEAS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5C8F5A4-0BDD-4679-8B5D-796ECAEA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C7D06A8-A1E3-4A1E-B09B-445662C6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E7807F-6B6E-4C43-BC78-4D4FB562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5191B"/>
                </a:solidFill>
              </a:defRPr>
            </a:pPr>
            <a:r>
              <a:rPr sz="4350" b="1" i="0">
                <a:solidFill>
                  <a:srgbClr val="25191B"/>
                </a:solidFill>
              </a:rPr>
              <a:t>핵심 주제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F88ADFD5-BF4A-42D7-9ADF-680F3E33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1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D219E60-0333-42A5-93E5-7B2BA787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EAE5"/>
                </a:solidFill>
              </a:defRPr>
            </a:pPr>
            <a:r>
              <a:rPr sz="1650" b="1" i="0">
                <a:solidFill>
                  <a:srgbClr val="F3EAE5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6F71CC-2247-465E-B350-CAA66BFB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191B"/>
                </a:solidFill>
              </a:defRPr>
            </a:pPr>
            <a:r>
              <a:rPr sz="2100" b="1" i="0">
                <a:solidFill>
                  <a:srgbClr val="25191B"/>
                </a:solidFill>
              </a:rPr>
              <a:t>멈춤의 가치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FAD53D-95D7-4426-9DED-63EE99AA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191B"/>
                </a:solidFill>
              </a:defRPr>
            </a:pPr>
            <a:r>
              <a:rPr sz="1425" b="0" i="0">
                <a:solidFill>
                  <a:srgbClr val="25191B"/>
                </a:solidFill>
              </a:rPr>
              <a:t>멈춤은 게으름이 아니라 더 깊이 보기 위한 방법입니다.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93ED14E-B79E-4E2C-AC8E-4EC0B0F8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ber-2">
            <a:extLst xmlns:a="http://schemas.openxmlformats.org/drawingml/2006/main">
              <a:ext uri="{FF2B5EF4-FFF2-40B4-BE49-F238E27FC236}">
                <a16:creationId xmlns:a16="http://schemas.microsoft.com/office/drawing/2014/main" id="{CCC6B144-F7BA-4860-918B-0FFABD73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1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12A975F-30FA-464C-8315-AD878F76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EAE5"/>
                </a:solidFill>
              </a:defRPr>
            </a:pPr>
            <a:r>
              <a:rPr sz="1650" b="1" i="0">
                <a:solidFill>
                  <a:srgbClr val="F3EAE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8C6A45-8FAC-4EFF-B326-96D8EF50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191B"/>
                </a:solidFill>
              </a:defRPr>
            </a:pPr>
            <a:r>
              <a:rPr sz="2100" b="1" i="0">
                <a:solidFill>
                  <a:srgbClr val="25191B"/>
                </a:solidFill>
              </a:rPr>
              <a:t>시선의 전환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5788527-380C-43D7-B5EE-0397D886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191B"/>
                </a:solidFill>
              </a:defRPr>
            </a:pPr>
            <a:r>
              <a:rPr sz="1425" b="0" i="0">
                <a:solidFill>
                  <a:srgbClr val="25191B"/>
                </a:solidFill>
              </a:rPr>
              <a:t>익숙한 것을 낯설게 바라볼 때 새로운 의미가 시작됩니다.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4477E163-880E-4EBB-A143-0E541C8E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ber-3">
            <a:extLst xmlns:a="http://schemas.openxmlformats.org/drawingml/2006/main">
              <a:ext uri="{FF2B5EF4-FFF2-40B4-BE49-F238E27FC236}">
                <a16:creationId xmlns:a16="http://schemas.microsoft.com/office/drawing/2014/main" id="{7B54B19C-1996-4F34-B67D-A9F04464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1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66C3E7B-85DB-4DE7-A0B8-D6E161D9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62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EAE5"/>
                </a:solidFill>
              </a:defRPr>
            </a:pPr>
            <a:r>
              <a:rPr sz="1650" b="1" i="0">
                <a:solidFill>
                  <a:srgbClr val="F3EAE5"/>
                </a:solidFill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BED32C2-579C-4006-933D-C2AB0AA7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00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191B"/>
                </a:solidFill>
              </a:defRPr>
            </a:pPr>
            <a:r>
              <a:rPr sz="2100" b="1" i="0">
                <a:solidFill>
                  <a:srgbClr val="25191B"/>
                </a:solidFill>
              </a:rPr>
              <a:t>나답게 살아가기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CAED0DF-A468-4316-A107-1743FF2D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772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191B"/>
                </a:solidFill>
              </a:defRPr>
            </a:pPr>
            <a:r>
              <a:rPr sz="1425" b="0" i="0">
                <a:solidFill>
                  <a:srgbClr val="25191B"/>
                </a:solidFill>
              </a:rPr>
              <a:t>세상의 속도보다 나만의 리듬을 먼저 발견합니다.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3BF992FD-A2C9-45B9-89CB-5EFEF08F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7630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heme-name">
            <a:extLst xmlns:a="http://schemas.openxmlformats.org/drawingml/2006/main">
              <a:ext uri="{FF2B5EF4-FFF2-40B4-BE49-F238E27FC236}">
                <a16:creationId xmlns:a16="http://schemas.microsoft.com/office/drawing/2014/main" id="{6D7B93EC-AED5-46C0-BE27-85543161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5191B"/>
                </a:solidFill>
              </a:defRPr>
            </a:pPr>
            <a:r>
              <a:rPr sz="900" b="0" i="0">
                <a:solidFill>
                  <a:srgbClr val="25191B"/>
                </a:solidFill>
              </a:rPr>
              <a:t>05 버건디 문학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205BF9-A15A-4D38-AC43-EAEF51DC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44797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3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6CF9F3-033E-4737-910D-3DC247B4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191B"/>
                </a:solidFill>
              </a:defRPr>
            </a:pPr>
            <a:r>
              <a:rPr sz="1125" b="1" i="0">
                <a:solidFill>
                  <a:srgbClr val="25191B"/>
                </a:solidFill>
              </a:rPr>
              <a:t>04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6301C9D5-C2DE-4BB1-A92A-05188BB1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5191B"/>
                </a:solidFill>
              </a:defRPr>
            </a:pPr>
            <a:r>
              <a:rPr sz="1050" b="1" i="0">
                <a:solidFill>
                  <a:srgbClr val="25191B"/>
                </a:solidFill>
              </a:rPr>
              <a:t>INSIGHT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B7D2BC6-5304-4ED2-94BA-AE8C7882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BB96157-71D5-415F-9CDC-86EFE5C9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A72FA7-75B7-44B3-9955-FDB22F37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5191B"/>
                </a:solidFill>
              </a:defRPr>
            </a:pPr>
            <a:r>
              <a:rPr sz="4350" b="1" i="0">
                <a:solidFill>
                  <a:srgbClr val="25191B"/>
                </a:solidFill>
              </a:rPr>
              <a:t>우리는 너무 빨리</a:t>
            </a:r>
          </a:p>
          <a:p xmlns:a="http://schemas.openxmlformats.org/drawingml/2006/main">
            <a:pPr algn="l">
              <a:defRPr sz="4350" b="1" i="0">
                <a:solidFill>
                  <a:srgbClr val="25191B"/>
                </a:solidFill>
              </a:defRPr>
            </a:pPr>
            <a:r>
              <a:rPr sz="4350" b="1" i="0">
                <a:solidFill>
                  <a:srgbClr val="25191B"/>
                </a:solidFill>
              </a:rPr>
              <a:t>답을 찾는다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54BCAC0F-B99B-458D-822D-CD6A2CBD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C4FDE6-C32E-4294-9198-B31AD743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191B"/>
                </a:solidFill>
              </a:defRPr>
            </a:pPr>
            <a:r>
              <a:rPr sz="1800" b="0" i="0">
                <a:solidFill>
                  <a:srgbClr val="25191B"/>
                </a:solidFill>
              </a:rPr>
              <a:t>문제가 생기면 곧바로 해결책부터 찾고,</a:t>
            </a:r>
          </a:p>
          <a:p xmlns:a="http://schemas.openxmlformats.org/drawingml/2006/main">
            <a:pPr algn="l">
              <a:defRPr sz="1800" b="0" i="0">
                <a:solidFill>
                  <a:srgbClr val="25191B"/>
                </a:solidFill>
              </a:defRPr>
            </a:pPr>
            <a:r>
              <a:rPr sz="1800" b="0" i="0">
                <a:solidFill>
                  <a:srgbClr val="25191B"/>
                </a:solidFill>
              </a:rPr>
              <a:t>불안하면 즉시 무언가를 하려 합니다.</a:t>
            </a:r>
          </a:p>
        </p:txBody>
      </p:sp>
      <p:sp>
        <p:nvSpPr>
          <p:cNvPr id="8" name="insight-block">
            <a:extLst xmlns:a="http://schemas.openxmlformats.org/drawingml/2006/main">
              <a:ext uri="{FF2B5EF4-FFF2-40B4-BE49-F238E27FC236}">
                <a16:creationId xmlns:a16="http://schemas.microsoft.com/office/drawing/2014/main" id="{188DDE42-6039-4EA8-9790-5DC40763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722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1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AB99EE-DC42-4341-BE3D-DC718112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096125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3EAE5"/>
                </a:solidFill>
              </a:defRPr>
            </a:pPr>
            <a:r>
              <a:rPr sz="2100" b="1" i="0">
                <a:solidFill>
                  <a:srgbClr val="F3EAE5"/>
                </a:solidFill>
              </a:rPr>
              <a:t>하지만 잠깐의 멈춤이</a:t>
            </a:r>
          </a:p>
          <a:p xmlns:a="http://schemas.openxmlformats.org/drawingml/2006/main">
            <a:pPr algn="l">
              <a:defRPr sz="2100" b="1" i="0">
                <a:solidFill>
                  <a:srgbClr val="F3EAE5"/>
                </a:solidFill>
              </a:defRPr>
            </a:pPr>
            <a:r>
              <a:rPr sz="2100" b="1" i="0">
                <a:solidFill>
                  <a:srgbClr val="F3EAE5"/>
                </a:solidFill>
              </a:rPr>
              <a:t>문제의 모양을</a:t>
            </a:r>
          </a:p>
          <a:p xmlns:a="http://schemas.openxmlformats.org/drawingml/2006/main">
            <a:pPr algn="l">
              <a:defRPr sz="2100" b="1" i="0">
                <a:solidFill>
                  <a:srgbClr val="F3EAE5"/>
                </a:solidFill>
              </a:defRPr>
            </a:pPr>
            <a:r>
              <a:rPr sz="2100" b="1" i="0">
                <a:solidFill>
                  <a:srgbClr val="F3EAE5"/>
                </a:solidFill>
              </a:rPr>
              <a:t>바꿔 놓기도 합니다.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A6A9685-D6E1-4CFF-B55B-08FF2747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191B"/>
                </a:solidFill>
              </a:defRPr>
            </a:pPr>
            <a:r>
              <a:rPr sz="2025" b="1" i="0">
                <a:solidFill>
                  <a:srgbClr val="25191B"/>
                </a:solidFill>
              </a:rPr>
              <a:t>생각의 틈은</a:t>
            </a:r>
          </a:p>
          <a:p xmlns:a="http://schemas.openxmlformats.org/drawingml/2006/main">
            <a:pPr algn="l">
              <a:defRPr sz="2025" b="1" i="0">
                <a:solidFill>
                  <a:srgbClr val="25191B"/>
                </a:solidFill>
              </a:defRPr>
            </a:pPr>
            <a:r>
              <a:rPr sz="2025" b="1" i="0">
                <a:solidFill>
                  <a:srgbClr val="25191B"/>
                </a:solidFill>
              </a:rPr>
              <a:t>더 나은 선택이 시작되는 공간입니다.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35168FAD-5240-4251-ADDC-EF0020C3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5191B"/>
                </a:solidFill>
              </a:defRPr>
            </a:pPr>
            <a:r>
              <a:rPr sz="900" b="0" i="0">
                <a:solidFill>
                  <a:srgbClr val="25191B"/>
                </a:solidFill>
              </a:rPr>
              <a:t>05 버건디 문학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B88C115-2910-46D1-AD72-2942C64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08999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3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46CBC2-9009-455E-9BD1-87C3CB12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191B"/>
                </a:solidFill>
              </a:defRPr>
            </a:pPr>
            <a:r>
              <a:rPr sz="1125" b="1" i="0">
                <a:solidFill>
                  <a:srgbClr val="25191B"/>
                </a:solidFill>
              </a:rPr>
              <a:t>05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3D391D79-7AB2-4E0E-838C-4DC20668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5191B"/>
                </a:solidFill>
              </a:defRPr>
            </a:pPr>
            <a:r>
              <a:rPr sz="1050" b="1" i="0">
                <a:solidFill>
                  <a:srgbClr val="25191B"/>
                </a:solidFill>
              </a:rPr>
              <a:t>QUOTATION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518353D-DAC3-4A70-836B-87F5FFA5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3519485-052C-47C0-AF04-BE6DC858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ote-paper">
            <a:extLst xmlns:a="http://schemas.openxmlformats.org/drawingml/2006/main">
              <a:ext uri="{FF2B5EF4-FFF2-40B4-BE49-F238E27FC236}">
                <a16:creationId xmlns:a16="http://schemas.microsoft.com/office/drawing/2014/main" id="{8F4273B5-30A1-4D09-97D1-2956FDD3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8572500" cy="723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AEC227-7674-4CB6-9E96-30673ADC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B98282"/>
                </a:solidFill>
              </a:defRPr>
            </a:pPr>
            <a:r>
              <a:rPr sz="6450" b="1" i="0">
                <a:solidFill>
                  <a:srgbClr val="B98282"/>
                </a:solidFill>
              </a:rPr>
              <a:t>“</a:t>
            </a:r>
          </a:p>
        </p:txBody>
      </p:sp>
      <p:sp>
        <p:nvSpPr>
          <p:cNvPr id="7" name="quotation">
            <a:extLst xmlns:a="http://schemas.openxmlformats.org/drawingml/2006/main">
              <a:ext uri="{FF2B5EF4-FFF2-40B4-BE49-F238E27FC236}">
                <a16:creationId xmlns:a16="http://schemas.microsoft.com/office/drawing/2014/main" id="{47A7D7EC-1764-4E84-94A5-1E589A50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676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25191B"/>
                </a:solidFill>
              </a:defRPr>
            </a:pPr>
            <a:r>
              <a:rPr sz="4800" b="1" i="0">
                <a:solidFill>
                  <a:srgbClr val="25191B"/>
                </a:solidFill>
              </a:rPr>
              <a:t>좋은 답은</a:t>
            </a:r>
          </a:p>
          <a:p xmlns:a="http://schemas.openxmlformats.org/drawingml/2006/main">
            <a:pPr algn="l">
              <a:defRPr sz="4800" b="1" i="0">
                <a:solidFill>
                  <a:srgbClr val="25191B"/>
                </a:solidFill>
              </a:defRPr>
            </a:pPr>
            <a:r>
              <a:rPr sz="4800" b="1" i="0">
                <a:solidFill>
                  <a:srgbClr val="25191B"/>
                </a:solidFill>
              </a:rPr>
              <a:t>언제나,</a:t>
            </a:r>
          </a:p>
          <a:p xmlns:a="http://schemas.openxmlformats.org/drawingml/2006/main">
            <a:pPr algn="l">
              <a:defRPr sz="4800" b="1" i="0">
                <a:solidFill>
                  <a:srgbClr val="25191B"/>
                </a:solidFill>
              </a:defRPr>
            </a:pPr>
            <a:r>
              <a:rPr sz="4800" b="1" i="0">
                <a:solidFill>
                  <a:srgbClr val="25191B"/>
                </a:solidFill>
              </a:rPr>
              <a:t>조금 느린 곳에 있다.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190BF765-6ACE-4BA1-9C53-7A4E1E33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3342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1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BE686D-34AE-48F1-8FF6-B3386C04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810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5191B"/>
                </a:solidFill>
              </a:defRPr>
            </a:pPr>
            <a:r>
              <a:rPr sz="1575" b="0" i="0">
                <a:solidFill>
                  <a:srgbClr val="25191B"/>
                </a:solidFill>
              </a:rPr>
              <a:t>— 서유진, 『밤의 문장들』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5391696-1E0A-47D4-885A-3992B82B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5191B"/>
                </a:solidFill>
              </a:defRPr>
            </a:pPr>
            <a:r>
              <a:rPr sz="1650" b="0" i="0">
                <a:solidFill>
                  <a:srgbClr val="25191B"/>
                </a:solidFill>
              </a:rPr>
              <a:t>서두르지 않는 시간이</a:t>
            </a:r>
          </a:p>
          <a:p xmlns:a="http://schemas.openxmlformats.org/drawingml/2006/main">
            <a:pPr algn="l">
              <a:defRPr sz="1650" b="0" i="0">
                <a:solidFill>
                  <a:srgbClr val="25191B"/>
                </a:solidFill>
              </a:defRPr>
            </a:pPr>
            <a:r>
              <a:rPr sz="1650" b="0" i="0">
                <a:solidFill>
                  <a:srgbClr val="25191B"/>
                </a:solidFill>
              </a:rPr>
              <a:t>오히려 더 정확한 방향으로 데려갑니다.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F0C1211B-A95C-4DB5-AA21-A1DD4123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5191B"/>
                </a:solidFill>
              </a:defRPr>
            </a:pPr>
            <a:r>
              <a:rPr sz="900" b="0" i="0">
                <a:solidFill>
                  <a:srgbClr val="25191B"/>
                </a:solidFill>
              </a:rPr>
              <a:t>05 버건디 문학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08CF0C5-02D2-4F7D-A892-D1D7B84A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805901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3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FE5DB8-73AD-4800-BFAF-4DFE6737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191B"/>
                </a:solidFill>
              </a:defRPr>
            </a:pPr>
            <a:r>
              <a:rPr sz="1125" b="1" i="0">
                <a:solidFill>
                  <a:srgbClr val="25191B"/>
                </a:solidFill>
              </a:rPr>
              <a:t>06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36B7BDBE-514A-4095-AE41-EDCAB56F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5191B"/>
                </a:solidFill>
              </a:defRPr>
            </a:pPr>
            <a:r>
              <a:rPr sz="1050" b="1" i="0">
                <a:solidFill>
                  <a:srgbClr val="25191B"/>
                </a:solidFill>
              </a:rPr>
              <a:t>MY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D5A01FC-D9BD-4402-9801-477BFE6D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684B955-64C2-41F9-BD3F-54C15AED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01F762-F0D6-406C-8723-BC681EF8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5191B"/>
                </a:solidFill>
              </a:defRPr>
            </a:pPr>
            <a:r>
              <a:rPr sz="4350" b="1" i="0">
                <a:solidFill>
                  <a:srgbClr val="25191B"/>
                </a:solidFill>
              </a:rPr>
              <a:t>읽고 난 뒤</a:t>
            </a:r>
          </a:p>
        </p:txBody>
      </p:sp>
      <p:sp>
        <p:nvSpPr>
          <p:cNvPr id="6" name="review-1">
            <a:extLst xmlns:a="http://schemas.openxmlformats.org/drawingml/2006/main">
              <a:ext uri="{FF2B5EF4-FFF2-40B4-BE49-F238E27FC236}">
                <a16:creationId xmlns:a16="http://schemas.microsoft.com/office/drawing/2014/main" id="{AE5ECE5E-1401-4FE2-AEA4-C3E6E41B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191B"/>
                </a:solidFill>
              </a:defRPr>
            </a:pPr>
            <a:r>
              <a:rPr sz="1950" b="0" i="0">
                <a:solidFill>
                  <a:srgbClr val="25191B"/>
                </a:solidFill>
              </a:rPr>
              <a:t>이 책을 덮고 나서 가장 크게 달라진 것은</a:t>
            </a:r>
          </a:p>
          <a:p xmlns:a="http://schemas.openxmlformats.org/drawingml/2006/main">
            <a:pPr algn="l">
              <a:defRPr sz="1950" b="0" i="0">
                <a:solidFill>
                  <a:srgbClr val="25191B"/>
                </a:solidFill>
              </a:defRPr>
            </a:pPr>
            <a:r>
              <a:rPr sz="1950" b="0" i="0">
                <a:solidFill>
                  <a:srgbClr val="25191B"/>
                </a:solidFill>
              </a:rPr>
              <a:t>‘조금 멈춰도 괜찮다’는 마음이었습니다.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CBD04E06-B0E0-4183-8321-BD81D89F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1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view-2">
            <a:extLst xmlns:a="http://schemas.openxmlformats.org/drawingml/2006/main">
              <a:ext uri="{FF2B5EF4-FFF2-40B4-BE49-F238E27FC236}">
                <a16:creationId xmlns:a16="http://schemas.microsoft.com/office/drawing/2014/main" id="{C6793CE7-D0DA-410A-A4AF-32D6DFA5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191B"/>
                </a:solidFill>
              </a:defRPr>
            </a:pPr>
            <a:r>
              <a:rPr sz="1950" b="0" i="0">
                <a:solidFill>
                  <a:srgbClr val="25191B"/>
                </a:solidFill>
              </a:rPr>
              <a:t>늘 더 빨리, 더 많이 하려던 마음이 가벼워졌고</a:t>
            </a:r>
          </a:p>
          <a:p xmlns:a="http://schemas.openxmlformats.org/drawingml/2006/main">
            <a:pPr algn="l">
              <a:defRPr sz="1950" b="0" i="0">
                <a:solidFill>
                  <a:srgbClr val="25191B"/>
                </a:solidFill>
              </a:defRPr>
            </a:pPr>
            <a:r>
              <a:rPr sz="1950" b="0" i="0">
                <a:solidFill>
                  <a:srgbClr val="25191B"/>
                </a:solidFill>
              </a:rPr>
              <a:t>지금 내가 정말 원하는 것이 무엇인지</a:t>
            </a:r>
          </a:p>
          <a:p xmlns:a="http://schemas.openxmlformats.org/drawingml/2006/main">
            <a:pPr algn="l">
              <a:defRPr sz="1950" b="0" i="0">
                <a:solidFill>
                  <a:srgbClr val="25191B"/>
                </a:solidFill>
              </a:defRPr>
            </a:pPr>
            <a:r>
              <a:rPr sz="1950" b="0" i="0">
                <a:solidFill>
                  <a:srgbClr val="25191B"/>
                </a:solidFill>
              </a:rPr>
              <a:t>다시 묻게 되었습니다.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9F0440-A8E7-459C-AB1F-72778030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858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00" b="1" i="1">
                <a:solidFill>
                  <a:srgbClr val="6C1F32"/>
                </a:solidFill>
              </a:defRPr>
            </a:pPr>
            <a:r>
              <a:rPr sz="3000" b="1" i="1">
                <a:solidFill>
                  <a:srgbClr val="6C1F32"/>
                </a:solidFill>
              </a:rPr>
              <a:t>조금 멈춘 덕분에</a:t>
            </a:r>
          </a:p>
          <a:p xmlns:a="http://schemas.openxmlformats.org/drawingml/2006/main">
            <a:pPr algn="r">
              <a:defRPr sz="3000" b="1" i="1">
                <a:solidFill>
                  <a:srgbClr val="6C1F32"/>
                </a:solidFill>
              </a:defRPr>
            </a:pPr>
            <a:r>
              <a:rPr sz="3000" b="1" i="1">
                <a:solidFill>
                  <a:srgbClr val="6C1F32"/>
                </a:solidFill>
              </a:rPr>
              <a:t>조금 더 나답게.</a:t>
            </a:r>
          </a:p>
        </p:txBody>
      </p:sp>
      <p:sp>
        <p:nvSpPr>
          <p:cNvPr id="10" name="theme-name">
            <a:extLst xmlns:a="http://schemas.openxmlformats.org/drawingml/2006/main">
              <a:ext uri="{FF2B5EF4-FFF2-40B4-BE49-F238E27FC236}">
                <a16:creationId xmlns:a16="http://schemas.microsoft.com/office/drawing/2014/main" id="{B21D44A9-4D2B-4083-9F25-297AF792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5191B"/>
                </a:solidFill>
              </a:defRPr>
            </a:pPr>
            <a:r>
              <a:rPr sz="900" b="0" i="0">
                <a:solidFill>
                  <a:srgbClr val="25191B"/>
                </a:solidFill>
              </a:rPr>
              <a:t>05 버건디 문학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1E18818-CCC1-421A-92DD-D702D53A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337444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3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620246-7D8E-4218-8AB6-E2253F0F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191B"/>
                </a:solidFill>
              </a:defRPr>
            </a:pPr>
            <a:r>
              <a:rPr sz="1125" b="1" i="0">
                <a:solidFill>
                  <a:srgbClr val="25191B"/>
                </a:solidFill>
              </a:rPr>
              <a:t>07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2282EC92-F060-4A17-97A2-F665C6CF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5191B"/>
                </a:solidFill>
              </a:defRPr>
            </a:pPr>
            <a:r>
              <a:rPr sz="1050" b="1" i="0">
                <a:solidFill>
                  <a:srgbClr val="25191B"/>
                </a:solidFill>
              </a:rPr>
              <a:t>FOR YOU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60B168-ABE9-4BD2-8A57-1B26BBE0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E32448B-C28C-4EA6-8023-F9001FDF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393525-2D7D-4FC9-9581-BC782F13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5191B"/>
                </a:solidFill>
              </a:defRPr>
            </a:pPr>
            <a:r>
              <a:rPr sz="4350" b="1" i="0">
                <a:solidFill>
                  <a:srgbClr val="25191B"/>
                </a:solidFill>
              </a:rPr>
              <a:t>이런 분께 추천해요</a:t>
            </a:r>
          </a:p>
        </p:txBody>
      </p:sp>
      <p:sp>
        <p:nvSpPr>
          <p:cNvPr id="6" name="number-✓">
            <a:extLst xmlns:a="http://schemas.openxmlformats.org/drawingml/2006/main">
              <a:ext uri="{FF2B5EF4-FFF2-40B4-BE49-F238E27FC236}">
                <a16:creationId xmlns:a16="http://schemas.microsoft.com/office/drawing/2014/main" id="{1D26BCFE-7FA9-453A-AEE1-950B3079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1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99BA79-EEF8-428A-830C-7AC4920E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EAE5"/>
                </a:solidFill>
              </a:defRPr>
            </a:pPr>
            <a:r>
              <a:rPr sz="1650" b="1" i="0">
                <a:solidFill>
                  <a:srgbClr val="F3EAE5"/>
                </a:solidFill>
              </a:rPr>
              <a:t>✓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EB238F-6627-4651-B4AB-450319C8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191B"/>
                </a:solidFill>
              </a:defRPr>
            </a:pPr>
            <a:r>
              <a:rPr sz="2100" b="1" i="0">
                <a:solidFill>
                  <a:srgbClr val="25191B"/>
                </a:solidFill>
              </a:rPr>
              <a:t>늘 바쁘게 살며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2A9D74E-32C7-475E-91F4-C21AAC5B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191B"/>
                </a:solidFill>
              </a:defRPr>
            </a:pPr>
            <a:r>
              <a:rPr sz="1425" b="0" i="0">
                <a:solidFill>
                  <a:srgbClr val="25191B"/>
                </a:solidFill>
              </a:rPr>
              <a:t>마음의 여유를 잃었다고 느끼는 분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B89EC60-3E6A-416E-9D37-670CB945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ber-✓">
            <a:extLst xmlns:a="http://schemas.openxmlformats.org/drawingml/2006/main">
              <a:ext uri="{FF2B5EF4-FFF2-40B4-BE49-F238E27FC236}">
                <a16:creationId xmlns:a16="http://schemas.microsoft.com/office/drawing/2014/main" id="{6A8695C6-3510-473A-82C2-5444C103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1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637DA0-7197-4FA7-B18E-48604044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EAE5"/>
                </a:solidFill>
              </a:defRPr>
            </a:pPr>
            <a:r>
              <a:rPr sz="1650" b="1" i="0">
                <a:solidFill>
                  <a:srgbClr val="F3EAE5"/>
                </a:solidFill>
              </a:rPr>
              <a:t>✓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99FB090-8CF0-4BFD-B2C3-BB34E15D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191B"/>
                </a:solidFill>
              </a:defRPr>
            </a:pPr>
            <a:r>
              <a:rPr sz="2100" b="1" i="0">
                <a:solidFill>
                  <a:srgbClr val="25191B"/>
                </a:solidFill>
              </a:rPr>
              <a:t>지금의 속도가 맞는지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3894013-593C-4EE3-A91C-D3C4F6FB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191B"/>
                </a:solidFill>
              </a:defRPr>
            </a:pPr>
            <a:r>
              <a:rPr sz="1425" b="0" i="0">
                <a:solidFill>
                  <a:srgbClr val="25191B"/>
                </a:solidFill>
              </a:rPr>
              <a:t>한 번쯤 고민해본 분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1714F96-59DD-4E7D-B26E-C9964158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ber-✓">
            <a:extLst xmlns:a="http://schemas.openxmlformats.org/drawingml/2006/main">
              <a:ext uri="{FF2B5EF4-FFF2-40B4-BE49-F238E27FC236}">
                <a16:creationId xmlns:a16="http://schemas.microsoft.com/office/drawing/2014/main" id="{221C767B-EFCF-45FB-B0FE-F83A8477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15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1F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C766E9F-D259-4CD6-9AF2-BD4678D2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58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EAE5"/>
                </a:solidFill>
              </a:defRPr>
            </a:pPr>
            <a:r>
              <a:rPr sz="1650" b="1" i="0">
                <a:solidFill>
                  <a:srgbClr val="F3EAE5"/>
                </a:solidFill>
              </a:rPr>
              <a:t>✓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3D0C12C-D45D-4B91-B836-A9CCCF6D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96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191B"/>
                </a:solidFill>
              </a:defRPr>
            </a:pPr>
            <a:r>
              <a:rPr sz="2100" b="1" i="0">
                <a:solidFill>
                  <a:srgbClr val="25191B"/>
                </a:solidFill>
              </a:rPr>
              <a:t>일상의 의미를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BCE8CFA-26D5-4FB9-B4F3-46BC1F36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724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191B"/>
                </a:solidFill>
              </a:defRPr>
            </a:pPr>
            <a:r>
              <a:rPr sz="1425" b="0" i="0">
                <a:solidFill>
                  <a:srgbClr val="25191B"/>
                </a:solidFill>
              </a:rPr>
              <a:t>다시 발견하고 싶은 분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255503A2-A8B9-494E-BA7E-61565F6D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858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heme-name">
            <a:extLst xmlns:a="http://schemas.openxmlformats.org/drawingml/2006/main">
              <a:ext uri="{FF2B5EF4-FFF2-40B4-BE49-F238E27FC236}">
                <a16:creationId xmlns:a16="http://schemas.microsoft.com/office/drawing/2014/main" id="{A88E6FB1-E344-4AA1-86ED-76EC2536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5191B"/>
                </a:solidFill>
              </a:defRPr>
            </a:pPr>
            <a:r>
              <a:rPr sz="900" b="0" i="0">
                <a:solidFill>
                  <a:srgbClr val="25191B"/>
                </a:solidFill>
              </a:rPr>
              <a:t>05 버건디 문학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86086A9-3C73-41BE-AE66-684C980A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99669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3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279BD5F-CB29-4AE8-8488-D813A4F0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191B"/>
                </a:solidFill>
              </a:defRPr>
            </a:pPr>
            <a:r>
              <a:rPr sz="1125" b="1" i="0">
                <a:solidFill>
                  <a:srgbClr val="25191B"/>
                </a:solidFill>
              </a:rPr>
              <a:t>08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3F9661CC-4D1D-429E-82FC-0140A98D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5191B"/>
                </a:solidFill>
              </a:defRPr>
            </a:pPr>
            <a:r>
              <a:rPr sz="1050" b="1" i="0">
                <a:solidFill>
                  <a:srgbClr val="25191B"/>
                </a:solidFill>
              </a:rPr>
              <a:t>CLOSING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39CD0AE-6C16-4223-B335-11F6CAC6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D89747D-BF44-4822-85D4-9E1DD8C5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7303647-D04C-41E8-AF10-FE6E10B1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191B"/>
                </a:solidFill>
              </a:defRPr>
            </a:pPr>
            <a:r>
              <a:rPr sz="1800" b="0" i="0">
                <a:solidFill>
                  <a:srgbClr val="25191B"/>
                </a:solidFill>
              </a:rPr>
              <a:t>조금 멈추는 용기가,</a:t>
            </a:r>
          </a:p>
          <a:p xmlns:a="http://schemas.openxmlformats.org/drawingml/2006/main">
            <a:pPr algn="ctr">
              <a:defRPr sz="1800" b="0" i="0">
                <a:solidFill>
                  <a:srgbClr val="25191B"/>
                </a:solidFill>
              </a:defRPr>
            </a:pPr>
            <a:r>
              <a:rPr sz="1800" b="0" i="0">
                <a:solidFill>
                  <a:srgbClr val="25191B"/>
                </a:solidFill>
              </a:rPr>
              <a:t>더 좋은 오늘을 만듭니다.</a:t>
            </a:r>
          </a:p>
        </p:txBody>
      </p:sp>
      <p:sp>
        <p:nvSpPr>
          <p:cNvPr id="6" name="closing-question">
            <a:extLst xmlns:a="http://schemas.openxmlformats.org/drawingml/2006/main">
              <a:ext uri="{FF2B5EF4-FFF2-40B4-BE49-F238E27FC236}">
                <a16:creationId xmlns:a16="http://schemas.microsoft.com/office/drawing/2014/main" id="{EEAA2E38-F8ED-40EE-83B2-5BB87152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6C1F32"/>
                </a:solidFill>
              </a:defRPr>
            </a:pPr>
            <a:r>
              <a:rPr sz="4500" b="1" i="0">
                <a:solidFill>
                  <a:srgbClr val="6C1F32"/>
                </a:solidFill>
              </a:rPr>
              <a:t>당신에게 필요한</a:t>
            </a:r>
          </a:p>
          <a:p xmlns:a="http://schemas.openxmlformats.org/drawingml/2006/main">
            <a:pPr algn="ctr">
              <a:defRPr sz="4500" b="1" i="0">
                <a:solidFill>
                  <a:srgbClr val="6C1F32"/>
                </a:solidFill>
              </a:defRPr>
            </a:pPr>
            <a:r>
              <a:rPr sz="4500" b="1" i="0">
                <a:solidFill>
                  <a:srgbClr val="6C1F32"/>
                </a:solidFill>
              </a:rPr>
              <a:t>틈은 무엇인가요?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92D30E7E-6C36-4AC8-8B28-836308F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34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EBE80D8-7050-42DD-823D-86153F08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86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6C1F32"/>
                </a:solidFill>
              </a:defRPr>
            </a:pPr>
            <a:r>
              <a:rPr sz="4800" b="1" i="0">
                <a:solidFill>
                  <a:srgbClr val="6C1F32"/>
                </a:solidFill>
              </a:rPr>
              <a:t>★ ★ ★ ★ 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F6ACADC-25EC-4CBB-9AC8-9887443D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572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25191B"/>
                </a:solidFill>
              </a:defRPr>
            </a:pPr>
            <a:r>
              <a:rPr sz="4200" b="1" i="0">
                <a:solidFill>
                  <a:srgbClr val="25191B"/>
                </a:solidFill>
              </a:rPr>
              <a:t>4.5 / 5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BB125B-E85D-415F-9668-CD3EE809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5191B"/>
                </a:solidFill>
              </a:defRPr>
            </a:pPr>
            <a:r>
              <a:rPr sz="1500" b="0" i="0">
                <a:solidFill>
                  <a:srgbClr val="25191B"/>
                </a:solidFill>
              </a:rPr>
              <a:t>저장해두고 다음 책을 고를 때 다시 확인하세요.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F28A8E82-3667-496C-AF42-0327AF82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5191B"/>
                </a:solidFill>
              </a:defRPr>
            </a:pPr>
            <a:r>
              <a:rPr sz="900" b="0" i="0">
                <a:solidFill>
                  <a:srgbClr val="25191B"/>
                </a:solidFill>
              </a:rPr>
              <a:t>05 버건디 문학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7D1B76-1C9F-45ED-921B-EA215C8E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9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03018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EE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8478C1-4D1B-415B-B0DE-EA463A83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82C"/>
                </a:solidFill>
              </a:defRPr>
            </a:pPr>
            <a:r>
              <a:rPr sz="1125" b="1" i="0">
                <a:solidFill>
                  <a:srgbClr val="20282C"/>
                </a:solidFill>
              </a:rPr>
              <a:t>01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E8103A13-5B76-46DC-A7E8-08384CA0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0282C"/>
                </a:solidFill>
              </a:defRPr>
            </a:pPr>
            <a:r>
              <a:rPr sz="1050" b="1" i="0">
                <a:solidFill>
                  <a:srgbClr val="20282C"/>
                </a:solidFill>
              </a:rPr>
              <a:t>BOOK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A424574-744D-4153-84E5-3FF1A50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088D502F-20C3-4E0B-93B4-B0F833B9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537A1D36-4A50-4B5D-B534-C5ECCDF1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0282C"/>
                </a:solidFill>
              </a:defRPr>
            </a:pPr>
            <a:r>
              <a:rPr sz="1650" b="0" i="0">
                <a:solidFill>
                  <a:srgbClr val="20282C"/>
                </a:solidFill>
              </a:rPr>
              <a:t>마음의 속도를 되찾는 작은 습관</a:t>
            </a:r>
          </a:p>
        </p:txBody>
      </p:sp>
      <p:sp>
        <p:nvSpPr>
          <p:cNvPr id="6" name="book-title">
            <a:extLst xmlns:a="http://schemas.openxmlformats.org/drawingml/2006/main">
              <a:ext uri="{FF2B5EF4-FFF2-40B4-BE49-F238E27FC236}">
                <a16:creationId xmlns:a16="http://schemas.microsoft.com/office/drawing/2014/main" id="{7FB52FE8-840A-4743-A2C9-E9E4ED09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7397A6"/>
                </a:solidFill>
              </a:defRPr>
            </a:pPr>
            <a:r>
              <a:rPr sz="5700" b="1" i="0">
                <a:solidFill>
                  <a:srgbClr val="7397A6"/>
                </a:solidFill>
              </a:rPr>
              <a:t>조용한 하루의 기술</a:t>
            </a:r>
          </a:p>
        </p:txBody>
      </p:sp>
      <p:sp>
        <p:nvSpPr>
          <p:cNvPr id="7" name="book-cover">
            <a:extLst xmlns:a="http://schemas.openxmlformats.org/drawingml/2006/main">
              <a:ext uri="{FF2B5EF4-FFF2-40B4-BE49-F238E27FC236}">
                <a16:creationId xmlns:a16="http://schemas.microsoft.com/office/drawing/2014/main" id="{196649D5-3753-48EA-BB65-A337AD7A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5524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262D769-E67B-4F6C-AAD6-ED86337D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EEF4F5"/>
                </a:solidFill>
              </a:defRPr>
            </a:pPr>
            <a:r>
              <a:rPr sz="3750" b="1" i="0">
                <a:solidFill>
                  <a:srgbClr val="EEF4F5"/>
                </a:solidFill>
              </a:rPr>
              <a:t>조용한 하루의 기술</a:t>
            </a:r>
          </a:p>
        </p:txBody>
      </p:sp>
      <p:sp>
        <p:nvSpPr>
          <p:cNvPr id="9" name="cover-symbol">
            <a:extLst xmlns:a="http://schemas.openxmlformats.org/drawingml/2006/main">
              <a:ext uri="{FF2B5EF4-FFF2-40B4-BE49-F238E27FC236}">
                <a16:creationId xmlns:a16="http://schemas.microsoft.com/office/drawing/2014/main" id="{92BB6C56-ABF2-4309-AC94-EA7A0832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00087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FDCB52D-9021-4E4D-A95B-C9EAF106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82C"/>
                </a:solidFill>
              </a:defRPr>
            </a:pPr>
            <a:r>
              <a:rPr sz="1575" b="1" i="0">
                <a:solidFill>
                  <a:srgbClr val="20282C"/>
                </a:solidFill>
              </a:rPr>
              <a:t>저자  정하람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614CD30-BB37-4F84-AD3A-C596E766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9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CADDE2"/>
                </a:solidFill>
              </a:defRPr>
            </a:pPr>
            <a:r>
              <a:rPr sz="1575" b="1" i="0">
                <a:solidFill>
                  <a:srgbClr val="CADDE2"/>
                </a:solidFill>
              </a:rPr>
              <a:t>별점  4.5 / 5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ACBD3D51-7C73-4183-8FC6-042CA2AE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0282C"/>
                </a:solidFill>
              </a:defRPr>
            </a:pPr>
            <a:r>
              <a:rPr sz="900" b="0" i="0">
                <a:solidFill>
                  <a:srgbClr val="20282C"/>
                </a:solidFill>
              </a:rPr>
              <a:t>06 소프트블루 미니멀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34E606-35A2-4104-8B1B-A59EB8DE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507267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EE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6B0590-DBE2-490E-A340-367DFCC9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82C"/>
                </a:solidFill>
              </a:defRPr>
            </a:pPr>
            <a:r>
              <a:rPr sz="1125" b="1" i="0">
                <a:solidFill>
                  <a:srgbClr val="20282C"/>
                </a:solidFill>
              </a:rPr>
              <a:t>02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DC3C58F2-D551-4624-B65D-4827857B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0282C"/>
                </a:solidFill>
              </a:defRPr>
            </a:pPr>
            <a:r>
              <a:rPr sz="1050" b="1" i="0">
                <a:solidFill>
                  <a:srgbClr val="20282C"/>
                </a:solidFill>
              </a:rPr>
              <a:t>ONE LINE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DEEFE97-AC04-4A29-9C6C-8918502F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58196E4C-39F4-4094-A438-A54B05C9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C92C2F-3F5D-4989-82B7-3D7CCB6C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0282C"/>
                </a:solidFill>
              </a:defRPr>
            </a:pPr>
            <a:r>
              <a:rPr sz="4350" b="1" i="0">
                <a:solidFill>
                  <a:srgbClr val="20282C"/>
                </a:solidFill>
              </a:rPr>
              <a:t>이 책을 한 문장으로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7E13E8A-B85B-428F-9936-7063F1A7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0" b="1" i="0">
                <a:solidFill>
                  <a:srgbClr val="CADDE2"/>
                </a:solidFill>
              </a:defRPr>
            </a:pPr>
            <a:r>
              <a:rPr sz="6300" b="1" i="0">
                <a:solidFill>
                  <a:srgbClr val="CADDE2"/>
                </a:solidFill>
              </a:rPr>
              <a:t>“</a:t>
            </a:r>
          </a:p>
        </p:txBody>
      </p:sp>
      <p:sp>
        <p:nvSpPr>
          <p:cNvPr id="7" name="hero-quote">
            <a:extLst xmlns:a="http://schemas.openxmlformats.org/drawingml/2006/main">
              <a:ext uri="{FF2B5EF4-FFF2-40B4-BE49-F238E27FC236}">
                <a16:creationId xmlns:a16="http://schemas.microsoft.com/office/drawing/2014/main" id="{05F02B40-281E-4D51-88DF-C0EF631A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7397A6"/>
                </a:solidFill>
              </a:defRPr>
            </a:pPr>
            <a:r>
              <a:rPr sz="4800" b="1" i="0">
                <a:solidFill>
                  <a:srgbClr val="7397A6"/>
                </a:solidFill>
              </a:rPr>
              <a:t>멈춰야</a:t>
            </a:r>
          </a:p>
          <a:p xmlns:a="http://schemas.openxmlformats.org/drawingml/2006/main">
            <a:pPr algn="l">
              <a:defRPr sz="4800" b="1" i="0">
                <a:solidFill>
                  <a:srgbClr val="7397A6"/>
                </a:solidFill>
              </a:defRPr>
            </a:pPr>
            <a:r>
              <a:rPr sz="4800" b="1" i="0">
                <a:solidFill>
                  <a:srgbClr val="7397A6"/>
                </a:solidFill>
              </a:rPr>
              <a:t>비로소 보이는</a:t>
            </a:r>
          </a:p>
          <a:p xmlns:a="http://schemas.openxmlformats.org/drawingml/2006/main">
            <a:pPr algn="l">
              <a:defRPr sz="4800" b="1" i="0">
                <a:solidFill>
                  <a:srgbClr val="7397A6"/>
                </a:solidFill>
              </a:defRPr>
            </a:pPr>
            <a:r>
              <a:rPr sz="4800" b="1" i="0">
                <a:solidFill>
                  <a:srgbClr val="7397A6"/>
                </a:solidFill>
              </a:rPr>
              <a:t>것들이 있다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9E03EA47-38D5-453A-BF0B-C9349138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D1B929-C3D7-4907-B5C0-532436AA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1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0282C"/>
                </a:solidFill>
              </a:defRPr>
            </a:pPr>
            <a:r>
              <a:rPr sz="1725" b="0" i="0">
                <a:solidFill>
                  <a:srgbClr val="20282C"/>
                </a:solidFill>
              </a:rPr>
              <a:t>빠르게 흘러가는 일상 속에서</a:t>
            </a:r>
          </a:p>
          <a:p xmlns:a="http://schemas.openxmlformats.org/drawingml/2006/main">
            <a:pPr algn="l">
              <a:defRPr sz="1725" b="0" i="0">
                <a:solidFill>
                  <a:srgbClr val="20282C"/>
                </a:solidFill>
              </a:defRPr>
            </a:pPr>
            <a:r>
              <a:rPr sz="1725" b="0" i="0">
                <a:solidFill>
                  <a:srgbClr val="20282C"/>
                </a:solidFill>
              </a:rPr>
              <a:t>우리에게 필요한 것은 속도가 아니라 방향입니다.</a:t>
            </a:r>
          </a:p>
        </p:txBody>
      </p:sp>
      <p:sp>
        <p:nvSpPr>
          <p:cNvPr id="10" name="paper-note">
            <a:extLst xmlns:a="http://schemas.openxmlformats.org/drawingml/2006/main">
              <a:ext uri="{FF2B5EF4-FFF2-40B4-BE49-F238E27FC236}">
                <a16:creationId xmlns:a16="http://schemas.microsoft.com/office/drawing/2014/main" id="{364020E3-0BA7-426F-9843-3D0E181B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525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53E06FA-85D0-4D59-9AFA-31DD24C7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7155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20282C"/>
                </a:solidFill>
              </a:defRPr>
            </a:pPr>
            <a:r>
              <a:rPr sz="1650" b="0" i="1">
                <a:solidFill>
                  <a:srgbClr val="20282C"/>
                </a:solidFill>
              </a:rPr>
              <a:t>조금 느려도,</a:t>
            </a:r>
          </a:p>
          <a:p xmlns:a="http://schemas.openxmlformats.org/drawingml/2006/main">
            <a:pPr algn="ctr">
              <a:defRPr sz="1650" b="0" i="1">
                <a:solidFill>
                  <a:srgbClr val="20282C"/>
                </a:solidFill>
              </a:defRPr>
            </a:pPr>
            <a:r>
              <a:rPr sz="1650" b="0" i="1">
                <a:solidFill>
                  <a:srgbClr val="20282C"/>
                </a:solidFill>
              </a:rPr>
              <a:t>괜찮습니다.</a:t>
            </a:r>
          </a:p>
        </p:txBody>
      </p:sp>
      <p:sp>
        <p:nvSpPr>
          <p:cNvPr id="12" name="theme-name">
            <a:extLst xmlns:a="http://schemas.openxmlformats.org/drawingml/2006/main">
              <a:ext uri="{FF2B5EF4-FFF2-40B4-BE49-F238E27FC236}">
                <a16:creationId xmlns:a16="http://schemas.microsoft.com/office/drawing/2014/main" id="{59E28450-A511-4B1B-A6FF-89309C3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0282C"/>
                </a:solidFill>
              </a:defRPr>
            </a:pPr>
            <a:r>
              <a:rPr sz="900" b="0" i="0">
                <a:solidFill>
                  <a:srgbClr val="20282C"/>
                </a:solidFill>
              </a:rPr>
              <a:t>06 소프트블루 미니멀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A4595B8-BA61-40D9-BB0E-33BD8B23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041626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EE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7C9D5F-491D-4DEF-9EAE-EF228445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82C"/>
                </a:solidFill>
              </a:defRPr>
            </a:pPr>
            <a:r>
              <a:rPr sz="1125" b="1" i="0">
                <a:solidFill>
                  <a:srgbClr val="20282C"/>
                </a:solidFill>
              </a:rPr>
              <a:t>03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9CA72738-C9A2-4915-9161-7495DFEA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0282C"/>
                </a:solidFill>
              </a:defRPr>
            </a:pPr>
            <a:r>
              <a:rPr sz="1050" b="1" i="0">
                <a:solidFill>
                  <a:srgbClr val="20282C"/>
                </a:solidFill>
              </a:rPr>
              <a:t>KEY IDEAS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49B3CAC-AA97-4052-A88D-8057A33F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462F406B-5CA1-4908-892E-C678EB73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84D75E-6C00-4817-AA6D-BA0A8568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0282C"/>
                </a:solidFill>
              </a:defRPr>
            </a:pPr>
            <a:r>
              <a:rPr sz="4350" b="1" i="0">
                <a:solidFill>
                  <a:srgbClr val="20282C"/>
                </a:solidFill>
              </a:rPr>
              <a:t>핵심 주제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ADAA2B1-1EDB-45CA-88C9-15389712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89FA51-B476-447B-ADC8-FEEF2CDC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EF4F5"/>
                </a:solidFill>
              </a:defRPr>
            </a:pPr>
            <a:r>
              <a:rPr sz="1650" b="1" i="0">
                <a:solidFill>
                  <a:srgbClr val="EEF4F5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3D4EC3-E80E-4410-899B-AF4D0726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82C"/>
                </a:solidFill>
              </a:defRPr>
            </a:pPr>
            <a:r>
              <a:rPr sz="2100" b="1" i="0">
                <a:solidFill>
                  <a:srgbClr val="20282C"/>
                </a:solidFill>
              </a:rPr>
              <a:t>멈춤의 가치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8C8BB6F-0452-4A44-A024-C10FACB5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82C"/>
                </a:solidFill>
              </a:defRPr>
            </a:pPr>
            <a:r>
              <a:rPr sz="1425" b="0" i="0">
                <a:solidFill>
                  <a:srgbClr val="20282C"/>
                </a:solidFill>
              </a:rPr>
              <a:t>멈춤은 게으름이 아니라 더 깊이 보기 위한 방법입니다.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6BD1EF8-32EA-4829-BC26-584C9FC0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ber-2">
            <a:extLst xmlns:a="http://schemas.openxmlformats.org/drawingml/2006/main">
              <a:ext uri="{FF2B5EF4-FFF2-40B4-BE49-F238E27FC236}">
                <a16:creationId xmlns:a16="http://schemas.microsoft.com/office/drawing/2014/main" id="{7ACFA473-5B84-482D-81B2-17292541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F497A5-9A29-4005-AD0F-9CA8576B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EF4F5"/>
                </a:solidFill>
              </a:defRPr>
            </a:pPr>
            <a:r>
              <a:rPr sz="1650" b="1" i="0">
                <a:solidFill>
                  <a:srgbClr val="EEF4F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F0B6037-7DDB-44B5-B036-627198C9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82C"/>
                </a:solidFill>
              </a:defRPr>
            </a:pPr>
            <a:r>
              <a:rPr sz="2100" b="1" i="0">
                <a:solidFill>
                  <a:srgbClr val="20282C"/>
                </a:solidFill>
              </a:rPr>
              <a:t>시선의 전환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FCECDDB-A692-4748-AC3C-5B66A8A1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82C"/>
                </a:solidFill>
              </a:defRPr>
            </a:pPr>
            <a:r>
              <a:rPr sz="1425" b="0" i="0">
                <a:solidFill>
                  <a:srgbClr val="20282C"/>
                </a:solidFill>
              </a:rPr>
              <a:t>익숙한 것을 낯설게 바라볼 때 새로운 의미가 시작됩니다.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DE17C9FB-6951-4A1F-84A8-BE4680CD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ber-3">
            <a:extLst xmlns:a="http://schemas.openxmlformats.org/drawingml/2006/main">
              <a:ext uri="{FF2B5EF4-FFF2-40B4-BE49-F238E27FC236}">
                <a16:creationId xmlns:a16="http://schemas.microsoft.com/office/drawing/2014/main" id="{2401D895-8F97-4D7C-B6BD-22BB5B2A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4CB2D5A-AFE2-4940-940B-A106CDD0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62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EF4F5"/>
                </a:solidFill>
              </a:defRPr>
            </a:pPr>
            <a:r>
              <a:rPr sz="1650" b="1" i="0">
                <a:solidFill>
                  <a:srgbClr val="EEF4F5"/>
                </a:solidFill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EC470E6-7D18-4EAE-9073-0FDAB64E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00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82C"/>
                </a:solidFill>
              </a:defRPr>
            </a:pPr>
            <a:r>
              <a:rPr sz="2100" b="1" i="0">
                <a:solidFill>
                  <a:srgbClr val="20282C"/>
                </a:solidFill>
              </a:rPr>
              <a:t>나답게 살아가기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0246BE5-FA56-4373-9B6C-58D65279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772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82C"/>
                </a:solidFill>
              </a:defRPr>
            </a:pPr>
            <a:r>
              <a:rPr sz="1425" b="0" i="0">
                <a:solidFill>
                  <a:srgbClr val="20282C"/>
                </a:solidFill>
              </a:rPr>
              <a:t>세상의 속도보다 나만의 리듬을 먼저 발견합니다.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EB3B7518-967C-4AA6-805B-C9170084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7630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heme-name">
            <a:extLst xmlns:a="http://schemas.openxmlformats.org/drawingml/2006/main">
              <a:ext uri="{FF2B5EF4-FFF2-40B4-BE49-F238E27FC236}">
                <a16:creationId xmlns:a16="http://schemas.microsoft.com/office/drawing/2014/main" id="{785A61FE-7513-4A07-ADD2-FFC6530C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0282C"/>
                </a:solidFill>
              </a:defRPr>
            </a:pPr>
            <a:r>
              <a:rPr sz="900" b="0" i="0">
                <a:solidFill>
                  <a:srgbClr val="20282C"/>
                </a:solidFill>
              </a:rPr>
              <a:t>06 소프트블루 미니멀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18C3E56-45D6-4244-8DED-50316ACC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774185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EE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31E77D-92DA-40C8-A185-A4160DBA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82C"/>
                </a:solidFill>
              </a:defRPr>
            </a:pPr>
            <a:r>
              <a:rPr sz="1125" b="1" i="0">
                <a:solidFill>
                  <a:srgbClr val="20282C"/>
                </a:solidFill>
              </a:rPr>
              <a:t>04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098A5405-78DD-4A5D-9336-5A8895BC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0282C"/>
                </a:solidFill>
              </a:defRPr>
            </a:pPr>
            <a:r>
              <a:rPr sz="1050" b="1" i="0">
                <a:solidFill>
                  <a:srgbClr val="20282C"/>
                </a:solidFill>
              </a:rPr>
              <a:t>INSIGHT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C8E53B4-D120-4383-85FD-96CD7708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89B690CD-9FC5-4ED7-9C0D-EFC92A31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C58F50-CE40-47B0-9E3D-FEFAC03D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0282C"/>
                </a:solidFill>
              </a:defRPr>
            </a:pPr>
            <a:r>
              <a:rPr sz="4350" b="1" i="0">
                <a:solidFill>
                  <a:srgbClr val="20282C"/>
                </a:solidFill>
              </a:rPr>
              <a:t>우리는 너무 빨리</a:t>
            </a:r>
          </a:p>
          <a:p xmlns:a="http://schemas.openxmlformats.org/drawingml/2006/main">
            <a:pPr algn="l">
              <a:defRPr sz="4350" b="1" i="0">
                <a:solidFill>
                  <a:srgbClr val="20282C"/>
                </a:solidFill>
              </a:defRPr>
            </a:pPr>
            <a:r>
              <a:rPr sz="4350" b="1" i="0">
                <a:solidFill>
                  <a:srgbClr val="20282C"/>
                </a:solidFill>
              </a:rPr>
              <a:t>답을 찾는다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61837F9F-CE72-49F3-AA61-2A2B0D8E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343D85-ABFB-4D19-B391-8C1BA02B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0282C"/>
                </a:solidFill>
              </a:defRPr>
            </a:pPr>
            <a:r>
              <a:rPr sz="1800" b="0" i="0">
                <a:solidFill>
                  <a:srgbClr val="20282C"/>
                </a:solidFill>
              </a:rPr>
              <a:t>문제가 생기면 곧바로 해결책부터 찾고,</a:t>
            </a:r>
          </a:p>
          <a:p xmlns:a="http://schemas.openxmlformats.org/drawingml/2006/main">
            <a:pPr algn="l">
              <a:defRPr sz="1800" b="0" i="0">
                <a:solidFill>
                  <a:srgbClr val="20282C"/>
                </a:solidFill>
              </a:defRPr>
            </a:pPr>
            <a:r>
              <a:rPr sz="1800" b="0" i="0">
                <a:solidFill>
                  <a:srgbClr val="20282C"/>
                </a:solidFill>
              </a:rPr>
              <a:t>불안하면 즉시 무언가를 하려 합니다.</a:t>
            </a:r>
          </a:p>
        </p:txBody>
      </p:sp>
      <p:sp>
        <p:nvSpPr>
          <p:cNvPr id="8" name="insight-block">
            <a:extLst xmlns:a="http://schemas.openxmlformats.org/drawingml/2006/main">
              <a:ext uri="{FF2B5EF4-FFF2-40B4-BE49-F238E27FC236}">
                <a16:creationId xmlns:a16="http://schemas.microsoft.com/office/drawing/2014/main" id="{9C8A3B76-EC22-4BF7-B0B5-B08B33F0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722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1D0D1D-9F08-4A8B-BE11-7E5CADFA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096125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EEF4F5"/>
                </a:solidFill>
              </a:defRPr>
            </a:pPr>
            <a:r>
              <a:rPr sz="2100" b="1" i="0">
                <a:solidFill>
                  <a:srgbClr val="EEF4F5"/>
                </a:solidFill>
              </a:rPr>
              <a:t>하지만 잠깐의 멈춤이</a:t>
            </a:r>
          </a:p>
          <a:p xmlns:a="http://schemas.openxmlformats.org/drawingml/2006/main">
            <a:pPr algn="l">
              <a:defRPr sz="2100" b="1" i="0">
                <a:solidFill>
                  <a:srgbClr val="EEF4F5"/>
                </a:solidFill>
              </a:defRPr>
            </a:pPr>
            <a:r>
              <a:rPr sz="2100" b="1" i="0">
                <a:solidFill>
                  <a:srgbClr val="EEF4F5"/>
                </a:solidFill>
              </a:rPr>
              <a:t>문제의 모양을</a:t>
            </a:r>
          </a:p>
          <a:p xmlns:a="http://schemas.openxmlformats.org/drawingml/2006/main">
            <a:pPr algn="l">
              <a:defRPr sz="2100" b="1" i="0">
                <a:solidFill>
                  <a:srgbClr val="EEF4F5"/>
                </a:solidFill>
              </a:defRPr>
            </a:pPr>
            <a:r>
              <a:rPr sz="2100" b="1" i="0">
                <a:solidFill>
                  <a:srgbClr val="EEF4F5"/>
                </a:solidFill>
              </a:rPr>
              <a:t>바꿔 놓기도 합니다.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0EEB66-7FAD-498B-A9DE-77E72CF0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0282C"/>
                </a:solidFill>
              </a:defRPr>
            </a:pPr>
            <a:r>
              <a:rPr sz="2025" b="1" i="0">
                <a:solidFill>
                  <a:srgbClr val="20282C"/>
                </a:solidFill>
              </a:rPr>
              <a:t>생각의 틈은</a:t>
            </a:r>
          </a:p>
          <a:p xmlns:a="http://schemas.openxmlformats.org/drawingml/2006/main">
            <a:pPr algn="l">
              <a:defRPr sz="2025" b="1" i="0">
                <a:solidFill>
                  <a:srgbClr val="20282C"/>
                </a:solidFill>
              </a:defRPr>
            </a:pPr>
            <a:r>
              <a:rPr sz="2025" b="1" i="0">
                <a:solidFill>
                  <a:srgbClr val="20282C"/>
                </a:solidFill>
              </a:rPr>
              <a:t>더 나은 선택이 시작되는 공간입니다.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BFE54EFA-53EE-4C0B-85F6-B0CA50D4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0282C"/>
                </a:solidFill>
              </a:defRPr>
            </a:pPr>
            <a:r>
              <a:rPr sz="900" b="0" i="0">
                <a:solidFill>
                  <a:srgbClr val="20282C"/>
                </a:solidFill>
              </a:rPr>
              <a:t>06 소프트블루 미니멀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B469389-56DB-4B10-B233-4723B9F8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498497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EE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985C00-E9C4-4713-B9AD-1514B476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82C"/>
                </a:solidFill>
              </a:defRPr>
            </a:pPr>
            <a:r>
              <a:rPr sz="1125" b="1" i="0">
                <a:solidFill>
                  <a:srgbClr val="20282C"/>
                </a:solidFill>
              </a:rPr>
              <a:t>05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29FBC68F-843B-4137-A133-D8EC728C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0282C"/>
                </a:solidFill>
              </a:defRPr>
            </a:pPr>
            <a:r>
              <a:rPr sz="1050" b="1" i="0">
                <a:solidFill>
                  <a:srgbClr val="20282C"/>
                </a:solidFill>
              </a:rPr>
              <a:t>QUOTATION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A6431AE-3AE4-4576-99FE-4ADE8C28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C93DE8CE-3D5D-4EE3-A4B7-A6D6C98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ote-paper">
            <a:extLst xmlns:a="http://schemas.openxmlformats.org/drawingml/2006/main">
              <a:ext uri="{FF2B5EF4-FFF2-40B4-BE49-F238E27FC236}">
                <a16:creationId xmlns:a16="http://schemas.microsoft.com/office/drawing/2014/main" id="{C642E0BD-AE9F-4C2B-B943-427B9B67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8572500" cy="723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C3246A7-3031-4376-A083-46077949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CADDE2"/>
                </a:solidFill>
              </a:defRPr>
            </a:pPr>
            <a:r>
              <a:rPr sz="6450" b="1" i="0">
                <a:solidFill>
                  <a:srgbClr val="CADDE2"/>
                </a:solidFill>
              </a:rPr>
              <a:t>“</a:t>
            </a:r>
          </a:p>
        </p:txBody>
      </p:sp>
      <p:sp>
        <p:nvSpPr>
          <p:cNvPr id="7" name="quotation">
            <a:extLst xmlns:a="http://schemas.openxmlformats.org/drawingml/2006/main">
              <a:ext uri="{FF2B5EF4-FFF2-40B4-BE49-F238E27FC236}">
                <a16:creationId xmlns:a16="http://schemas.microsoft.com/office/drawing/2014/main" id="{043AA920-4240-48AB-ABCE-A00A6CF3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676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20282C"/>
                </a:solidFill>
              </a:defRPr>
            </a:pPr>
            <a:r>
              <a:rPr sz="4800" b="1" i="0">
                <a:solidFill>
                  <a:srgbClr val="20282C"/>
                </a:solidFill>
              </a:rPr>
              <a:t>좋은 답은</a:t>
            </a:r>
          </a:p>
          <a:p xmlns:a="http://schemas.openxmlformats.org/drawingml/2006/main">
            <a:pPr algn="l">
              <a:defRPr sz="4800" b="1" i="0">
                <a:solidFill>
                  <a:srgbClr val="20282C"/>
                </a:solidFill>
              </a:defRPr>
            </a:pPr>
            <a:r>
              <a:rPr sz="4800" b="1" i="0">
                <a:solidFill>
                  <a:srgbClr val="20282C"/>
                </a:solidFill>
              </a:rPr>
              <a:t>언제나,</a:t>
            </a:r>
          </a:p>
          <a:p xmlns:a="http://schemas.openxmlformats.org/drawingml/2006/main">
            <a:pPr algn="l">
              <a:defRPr sz="4800" b="1" i="0">
                <a:solidFill>
                  <a:srgbClr val="20282C"/>
                </a:solidFill>
              </a:defRPr>
            </a:pPr>
            <a:r>
              <a:rPr sz="4800" b="1" i="0">
                <a:solidFill>
                  <a:srgbClr val="20282C"/>
                </a:solidFill>
              </a:rPr>
              <a:t>조금 느린 곳에 있다.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13C979E-72D8-4E64-A1B7-30C41CFF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3342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9A3930-4DFD-4490-9461-05A2CDBC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810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0282C"/>
                </a:solidFill>
              </a:defRPr>
            </a:pPr>
            <a:r>
              <a:rPr sz="1575" b="0" i="0">
                <a:solidFill>
                  <a:srgbClr val="20282C"/>
                </a:solidFill>
              </a:rPr>
              <a:t>— 정하람, 『조용한 하루의 기술』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BE0949-2479-46AC-8FFC-788EE07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0282C"/>
                </a:solidFill>
              </a:defRPr>
            </a:pPr>
            <a:r>
              <a:rPr sz="1650" b="0" i="0">
                <a:solidFill>
                  <a:srgbClr val="20282C"/>
                </a:solidFill>
              </a:rPr>
              <a:t>서두르지 않는 시간이</a:t>
            </a:r>
          </a:p>
          <a:p xmlns:a="http://schemas.openxmlformats.org/drawingml/2006/main">
            <a:pPr algn="l">
              <a:defRPr sz="1650" b="0" i="0">
                <a:solidFill>
                  <a:srgbClr val="20282C"/>
                </a:solidFill>
              </a:defRPr>
            </a:pPr>
            <a:r>
              <a:rPr sz="1650" b="0" i="0">
                <a:solidFill>
                  <a:srgbClr val="20282C"/>
                </a:solidFill>
              </a:rPr>
              <a:t>오히려 더 정확한 방향으로 데려갑니다.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CABCC054-50F6-4413-8F81-37BD2054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0282C"/>
                </a:solidFill>
              </a:defRPr>
            </a:pPr>
            <a:r>
              <a:rPr sz="900" b="0" i="0">
                <a:solidFill>
                  <a:srgbClr val="20282C"/>
                </a:solidFill>
              </a:rPr>
              <a:t>06 소프트블루 미니멀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67E8E9A-4AD9-4D9C-8B4B-F4FEE32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628976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EE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9A3C1D-05F9-418D-8A52-64BCB76A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82C"/>
                </a:solidFill>
              </a:defRPr>
            </a:pPr>
            <a:r>
              <a:rPr sz="1125" b="1" i="0">
                <a:solidFill>
                  <a:srgbClr val="20282C"/>
                </a:solidFill>
              </a:rPr>
              <a:t>06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44369DFF-2927-4058-9CF4-E9947199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0282C"/>
                </a:solidFill>
              </a:defRPr>
            </a:pPr>
            <a:r>
              <a:rPr sz="1050" b="1" i="0">
                <a:solidFill>
                  <a:srgbClr val="20282C"/>
                </a:solidFill>
              </a:rPr>
              <a:t>MY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13704D2-20BE-49E0-A47E-B084B9E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3D7AF612-F431-455B-AD09-875E66A0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DC3DED-0883-4B1E-8740-1366C678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0282C"/>
                </a:solidFill>
              </a:defRPr>
            </a:pPr>
            <a:r>
              <a:rPr sz="4350" b="1" i="0">
                <a:solidFill>
                  <a:srgbClr val="20282C"/>
                </a:solidFill>
              </a:rPr>
              <a:t>읽고 난 뒤</a:t>
            </a:r>
          </a:p>
        </p:txBody>
      </p:sp>
      <p:sp>
        <p:nvSpPr>
          <p:cNvPr id="6" name="review-1">
            <a:extLst xmlns:a="http://schemas.openxmlformats.org/drawingml/2006/main">
              <a:ext uri="{FF2B5EF4-FFF2-40B4-BE49-F238E27FC236}">
                <a16:creationId xmlns:a16="http://schemas.microsoft.com/office/drawing/2014/main" id="{3342BD8D-B666-4633-AC5A-51E45329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0282C"/>
                </a:solidFill>
              </a:defRPr>
            </a:pPr>
            <a:r>
              <a:rPr sz="1950" b="0" i="0">
                <a:solidFill>
                  <a:srgbClr val="20282C"/>
                </a:solidFill>
              </a:rPr>
              <a:t>이 책을 덮고 나서 가장 크게 달라진 것은</a:t>
            </a:r>
          </a:p>
          <a:p xmlns:a="http://schemas.openxmlformats.org/drawingml/2006/main">
            <a:pPr algn="l">
              <a:defRPr sz="1950" b="0" i="0">
                <a:solidFill>
                  <a:srgbClr val="20282C"/>
                </a:solidFill>
              </a:defRPr>
            </a:pPr>
            <a:r>
              <a:rPr sz="1950" b="0" i="0">
                <a:solidFill>
                  <a:srgbClr val="20282C"/>
                </a:solidFill>
              </a:rPr>
              <a:t>‘조금 멈춰도 괜찮다’는 마음이었습니다.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FCDA5908-7671-4857-A932-AE4B84EA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view-2">
            <a:extLst xmlns:a="http://schemas.openxmlformats.org/drawingml/2006/main">
              <a:ext uri="{FF2B5EF4-FFF2-40B4-BE49-F238E27FC236}">
                <a16:creationId xmlns:a16="http://schemas.microsoft.com/office/drawing/2014/main" id="{01F473F1-58FA-4C95-B1A6-E4AB14F0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0282C"/>
                </a:solidFill>
              </a:defRPr>
            </a:pPr>
            <a:r>
              <a:rPr sz="1950" b="0" i="0">
                <a:solidFill>
                  <a:srgbClr val="20282C"/>
                </a:solidFill>
              </a:rPr>
              <a:t>늘 더 빨리, 더 많이 하려던 마음이 가벼워졌고</a:t>
            </a:r>
          </a:p>
          <a:p xmlns:a="http://schemas.openxmlformats.org/drawingml/2006/main">
            <a:pPr algn="l">
              <a:defRPr sz="1950" b="0" i="0">
                <a:solidFill>
                  <a:srgbClr val="20282C"/>
                </a:solidFill>
              </a:defRPr>
            </a:pPr>
            <a:r>
              <a:rPr sz="1950" b="0" i="0">
                <a:solidFill>
                  <a:srgbClr val="20282C"/>
                </a:solidFill>
              </a:rPr>
              <a:t>지금 내가 정말 원하는 것이 무엇인지</a:t>
            </a:r>
          </a:p>
          <a:p xmlns:a="http://schemas.openxmlformats.org/drawingml/2006/main">
            <a:pPr algn="l">
              <a:defRPr sz="1950" b="0" i="0">
                <a:solidFill>
                  <a:srgbClr val="20282C"/>
                </a:solidFill>
              </a:defRPr>
            </a:pPr>
            <a:r>
              <a:rPr sz="1950" b="0" i="0">
                <a:solidFill>
                  <a:srgbClr val="20282C"/>
                </a:solidFill>
              </a:rPr>
              <a:t>다시 묻게 되었습니다.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1D4D0D-6A24-4C6E-AF29-776887B1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858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00" b="1" i="1">
                <a:solidFill>
                  <a:srgbClr val="7397A6"/>
                </a:solidFill>
              </a:defRPr>
            </a:pPr>
            <a:r>
              <a:rPr sz="3000" b="1" i="1">
                <a:solidFill>
                  <a:srgbClr val="7397A6"/>
                </a:solidFill>
              </a:rPr>
              <a:t>조금 멈춘 덕분에</a:t>
            </a:r>
          </a:p>
          <a:p xmlns:a="http://schemas.openxmlformats.org/drawingml/2006/main">
            <a:pPr algn="r">
              <a:defRPr sz="3000" b="1" i="1">
                <a:solidFill>
                  <a:srgbClr val="7397A6"/>
                </a:solidFill>
              </a:defRPr>
            </a:pPr>
            <a:r>
              <a:rPr sz="3000" b="1" i="1">
                <a:solidFill>
                  <a:srgbClr val="7397A6"/>
                </a:solidFill>
              </a:rPr>
              <a:t>조금 더 나답게.</a:t>
            </a:r>
          </a:p>
        </p:txBody>
      </p:sp>
      <p:sp>
        <p:nvSpPr>
          <p:cNvPr id="10" name="theme-name">
            <a:extLst xmlns:a="http://schemas.openxmlformats.org/drawingml/2006/main">
              <a:ext uri="{FF2B5EF4-FFF2-40B4-BE49-F238E27FC236}">
                <a16:creationId xmlns:a16="http://schemas.microsoft.com/office/drawing/2014/main" id="{70D0D324-1F72-4E5A-B90E-22D5F15A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0282C"/>
                </a:solidFill>
              </a:defRPr>
            </a:pPr>
            <a:r>
              <a:rPr sz="900" b="0" i="0">
                <a:solidFill>
                  <a:srgbClr val="20282C"/>
                </a:solidFill>
              </a:rPr>
              <a:t>06 소프트블루 미니멀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C8D82EA-8491-4261-ACC3-63C8C0D2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31359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EE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5A3943-414B-46B8-AB8B-378EA0E3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82C"/>
                </a:solidFill>
              </a:defRPr>
            </a:pPr>
            <a:r>
              <a:rPr sz="1125" b="1" i="0">
                <a:solidFill>
                  <a:srgbClr val="20282C"/>
                </a:solidFill>
              </a:rPr>
              <a:t>07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0BD8423B-E420-4A2D-9705-DB69B06B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0282C"/>
                </a:solidFill>
              </a:defRPr>
            </a:pPr>
            <a:r>
              <a:rPr sz="1050" b="1" i="0">
                <a:solidFill>
                  <a:srgbClr val="20282C"/>
                </a:solidFill>
              </a:rPr>
              <a:t>FOR YOU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218F7F7-19D7-4E42-A7A3-53A7A6E1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B9945314-D3DC-4249-A49B-386F520A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B8884F-BAEE-40F6-BBEB-6C9EB542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0282C"/>
                </a:solidFill>
              </a:defRPr>
            </a:pPr>
            <a:r>
              <a:rPr sz="4350" b="1" i="0">
                <a:solidFill>
                  <a:srgbClr val="20282C"/>
                </a:solidFill>
              </a:rPr>
              <a:t>이런 분께 추천해요</a:t>
            </a:r>
          </a:p>
        </p:txBody>
      </p:sp>
      <p:sp>
        <p:nvSpPr>
          <p:cNvPr id="6" name="number-✓">
            <a:extLst xmlns:a="http://schemas.openxmlformats.org/drawingml/2006/main">
              <a:ext uri="{FF2B5EF4-FFF2-40B4-BE49-F238E27FC236}">
                <a16:creationId xmlns:a16="http://schemas.microsoft.com/office/drawing/2014/main" id="{A8E1267F-C02A-4402-BD71-70A0CD39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5D25516-5B45-482D-A0FD-2AD8FCEC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EF4F5"/>
                </a:solidFill>
              </a:defRPr>
            </a:pPr>
            <a:r>
              <a:rPr sz="1650" b="1" i="0">
                <a:solidFill>
                  <a:srgbClr val="EEF4F5"/>
                </a:solidFill>
              </a:rPr>
              <a:t>✓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8F7876-9B64-4FDF-95BC-C8D5F1DE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82C"/>
                </a:solidFill>
              </a:defRPr>
            </a:pPr>
            <a:r>
              <a:rPr sz="2100" b="1" i="0">
                <a:solidFill>
                  <a:srgbClr val="20282C"/>
                </a:solidFill>
              </a:rPr>
              <a:t>늘 바쁘게 살며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118D5A5-DD7E-41B6-ABDC-F90AEFE5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82C"/>
                </a:solidFill>
              </a:defRPr>
            </a:pPr>
            <a:r>
              <a:rPr sz="1425" b="0" i="0">
                <a:solidFill>
                  <a:srgbClr val="20282C"/>
                </a:solidFill>
              </a:rPr>
              <a:t>마음의 여유를 잃었다고 느끼는 분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EB5A1F8-CCC8-4564-993C-98ABCC09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ber-✓">
            <a:extLst xmlns:a="http://schemas.openxmlformats.org/drawingml/2006/main">
              <a:ext uri="{FF2B5EF4-FFF2-40B4-BE49-F238E27FC236}">
                <a16:creationId xmlns:a16="http://schemas.microsoft.com/office/drawing/2014/main" id="{DA38B692-9FFD-49CB-B27E-C04A48BF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DA5B1E0-54B3-49C1-A99C-7BC51D99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EF4F5"/>
                </a:solidFill>
              </a:defRPr>
            </a:pPr>
            <a:r>
              <a:rPr sz="1650" b="1" i="0">
                <a:solidFill>
                  <a:srgbClr val="EEF4F5"/>
                </a:solidFill>
              </a:rPr>
              <a:t>✓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9369805-6B83-4C64-A592-99A5AB5E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578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82C"/>
                </a:solidFill>
              </a:defRPr>
            </a:pPr>
            <a:r>
              <a:rPr sz="2100" b="1" i="0">
                <a:solidFill>
                  <a:srgbClr val="20282C"/>
                </a:solidFill>
              </a:rPr>
              <a:t>지금의 속도가 맞는지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3B76B6B-8A8F-4FDF-9161-778022C9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82C"/>
                </a:solidFill>
              </a:defRPr>
            </a:pPr>
            <a:r>
              <a:rPr sz="1425" b="0" i="0">
                <a:solidFill>
                  <a:srgbClr val="20282C"/>
                </a:solidFill>
              </a:rPr>
              <a:t>한 번쯤 고민해본 분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1CD6292B-FD51-4FE4-B890-FC9C5045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198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ber-✓">
            <a:extLst xmlns:a="http://schemas.openxmlformats.org/drawingml/2006/main">
              <a:ext uri="{FF2B5EF4-FFF2-40B4-BE49-F238E27FC236}">
                <a16:creationId xmlns:a16="http://schemas.microsoft.com/office/drawing/2014/main" id="{C58F235E-8A5C-47E3-8539-64BA7391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15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AE7BCFA-C6D9-4C40-8740-1990CF89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58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EF4F5"/>
                </a:solidFill>
              </a:defRPr>
            </a:pPr>
            <a:r>
              <a:rPr sz="1650" b="1" i="0">
                <a:solidFill>
                  <a:srgbClr val="EEF4F5"/>
                </a:solidFill>
              </a:rPr>
              <a:t>✓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67DA9CF-AC3C-4A43-A787-8DEBBD17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96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82C"/>
                </a:solidFill>
              </a:defRPr>
            </a:pPr>
            <a:r>
              <a:rPr sz="2100" b="1" i="0">
                <a:solidFill>
                  <a:srgbClr val="20282C"/>
                </a:solidFill>
              </a:rPr>
              <a:t>일상의 의미를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BA1C343-DE0F-44AE-91D3-BF6F451F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724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82C"/>
                </a:solidFill>
              </a:defRPr>
            </a:pPr>
            <a:r>
              <a:rPr sz="1425" b="0" i="0">
                <a:solidFill>
                  <a:srgbClr val="20282C"/>
                </a:solidFill>
              </a:rPr>
              <a:t>다시 발견하고 싶은 분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7C57D10E-4064-4BD9-93C2-BBD0CF02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858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heme-name">
            <a:extLst xmlns:a="http://schemas.openxmlformats.org/drawingml/2006/main">
              <a:ext uri="{FF2B5EF4-FFF2-40B4-BE49-F238E27FC236}">
                <a16:creationId xmlns:a16="http://schemas.microsoft.com/office/drawing/2014/main" id="{750F6B60-1C4D-4EB8-A512-E83385F9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0282C"/>
                </a:solidFill>
              </a:defRPr>
            </a:pPr>
            <a:r>
              <a:rPr sz="900" b="0" i="0">
                <a:solidFill>
                  <a:srgbClr val="20282C"/>
                </a:solidFill>
              </a:rPr>
              <a:t>06 소프트블루 미니멀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8259037-C880-40D3-8B90-FC253687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47042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EE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317F62-601B-4626-AA4E-6C7EE8F9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82C"/>
                </a:solidFill>
              </a:defRPr>
            </a:pPr>
            <a:r>
              <a:rPr sz="1125" b="1" i="0">
                <a:solidFill>
                  <a:srgbClr val="20282C"/>
                </a:solidFill>
              </a:rPr>
              <a:t>08</a:t>
            </a:r>
          </a:p>
        </p:txBody>
      </p:sp>
      <p:sp>
        <p:nvSpPr>
          <p:cNvPr id="2" name="page-role">
            <a:extLst xmlns:a="http://schemas.openxmlformats.org/drawingml/2006/main">
              <a:ext uri="{FF2B5EF4-FFF2-40B4-BE49-F238E27FC236}">
                <a16:creationId xmlns:a16="http://schemas.microsoft.com/office/drawing/2014/main" id="{34FA9EE6-405F-4634-9087-0C7054B6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0282C"/>
                </a:solidFill>
              </a:defRPr>
            </a:pPr>
            <a:r>
              <a:rPr sz="1050" b="1" i="0">
                <a:solidFill>
                  <a:srgbClr val="20282C"/>
                </a:solidFill>
              </a:rPr>
              <a:t>CLOSING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26EFF0E-C18E-4F02-BC40-7A19D6CE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ircle">
            <a:extLst xmlns:a="http://schemas.openxmlformats.org/drawingml/2006/main">
              <a:ext uri="{FF2B5EF4-FFF2-40B4-BE49-F238E27FC236}">
                <a16:creationId xmlns:a16="http://schemas.microsoft.com/office/drawing/2014/main" id="{2BF7289F-6303-49CD-B009-5303DA70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48AE93-927B-43EA-B82A-F50155AD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0282C"/>
                </a:solidFill>
              </a:defRPr>
            </a:pPr>
            <a:r>
              <a:rPr sz="1800" b="0" i="0">
                <a:solidFill>
                  <a:srgbClr val="20282C"/>
                </a:solidFill>
              </a:rPr>
              <a:t>조금 멈추는 용기가,</a:t>
            </a:r>
          </a:p>
          <a:p xmlns:a="http://schemas.openxmlformats.org/drawingml/2006/main">
            <a:pPr algn="ctr">
              <a:defRPr sz="1800" b="0" i="0">
                <a:solidFill>
                  <a:srgbClr val="20282C"/>
                </a:solidFill>
              </a:defRPr>
            </a:pPr>
            <a:r>
              <a:rPr sz="1800" b="0" i="0">
                <a:solidFill>
                  <a:srgbClr val="20282C"/>
                </a:solidFill>
              </a:rPr>
              <a:t>더 좋은 오늘을 만듭니다.</a:t>
            </a:r>
          </a:p>
        </p:txBody>
      </p:sp>
      <p:sp>
        <p:nvSpPr>
          <p:cNvPr id="6" name="closing-question">
            <a:extLst xmlns:a="http://schemas.openxmlformats.org/drawingml/2006/main">
              <a:ext uri="{FF2B5EF4-FFF2-40B4-BE49-F238E27FC236}">
                <a16:creationId xmlns:a16="http://schemas.microsoft.com/office/drawing/2014/main" id="{64625E68-02B3-4E2D-BAA2-80A1914C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7397A6"/>
                </a:solidFill>
              </a:defRPr>
            </a:pPr>
            <a:r>
              <a:rPr sz="4500" b="1" i="0">
                <a:solidFill>
                  <a:srgbClr val="7397A6"/>
                </a:solidFill>
              </a:rPr>
              <a:t>당신에게 필요한</a:t>
            </a:r>
          </a:p>
          <a:p xmlns:a="http://schemas.openxmlformats.org/drawingml/2006/main">
            <a:pPr algn="ctr">
              <a:defRPr sz="4500" b="1" i="0">
                <a:solidFill>
                  <a:srgbClr val="7397A6"/>
                </a:solidFill>
              </a:defRPr>
            </a:pPr>
            <a:r>
              <a:rPr sz="4500" b="1" i="0">
                <a:solidFill>
                  <a:srgbClr val="7397A6"/>
                </a:solidFill>
              </a:rPr>
              <a:t>틈은 무엇인가요?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0DAB552-45F0-46DC-9641-4F099D17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341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30429B-6B97-4688-A0F1-C6F61639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86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7397A6"/>
                </a:solidFill>
              </a:defRPr>
            </a:pPr>
            <a:r>
              <a:rPr sz="4800" b="1" i="0">
                <a:solidFill>
                  <a:srgbClr val="7397A6"/>
                </a:solidFill>
              </a:rPr>
              <a:t>★ ★ ★ ★ 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18377B-FC79-4EDD-B303-FADC46DA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572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20282C"/>
                </a:solidFill>
              </a:defRPr>
            </a:pPr>
            <a:r>
              <a:rPr sz="4200" b="1" i="0">
                <a:solidFill>
                  <a:srgbClr val="20282C"/>
                </a:solidFill>
              </a:rPr>
              <a:t>4.5 / 5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68522A-1714-4F21-86D0-1B901D59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0282C"/>
                </a:solidFill>
              </a:defRPr>
            </a:pPr>
            <a:r>
              <a:rPr sz="1500" b="0" i="0">
                <a:solidFill>
                  <a:srgbClr val="20282C"/>
                </a:solidFill>
              </a:rPr>
              <a:t>저장해두고 다음 책을 고를 때 다시 확인하세요.</a:t>
            </a:r>
          </a:p>
        </p:txBody>
      </p:sp>
      <p:sp>
        <p:nvSpPr>
          <p:cNvPr id="11" name="theme-name">
            <a:extLst xmlns:a="http://schemas.openxmlformats.org/drawingml/2006/main">
              <a:ext uri="{FF2B5EF4-FFF2-40B4-BE49-F238E27FC236}">
                <a16:creationId xmlns:a16="http://schemas.microsoft.com/office/drawing/2014/main" id="{6982330D-19EE-427B-9AED-AFDE7D86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0282C"/>
                </a:solidFill>
              </a:defRPr>
            </a:pPr>
            <a:r>
              <a:rPr sz="900" b="0" i="0">
                <a:solidFill>
                  <a:srgbClr val="20282C"/>
                </a:solidFill>
              </a:rPr>
              <a:t>06 소프트블루 미니멀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09CF4A-191D-4A50-A47D-F818A3A4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5574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2026-09-07T10:42:23.1280000Z</dcterms:created>
  <dcterms:modified xsi:type="dcterms:W3CDTF">2026-09-07T10:42:23.1280000Z</dcterms:modified>
</coreProperties>
</file>